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notesMasterIdLst>
    <p:notesMasterId r:id="rId13"/>
  </p:notesMasterIdLst>
  <p:sldIdLst>
    <p:sldId id="256" r:id="rId2"/>
    <p:sldId id="259" r:id="rId3"/>
    <p:sldId id="262" r:id="rId4"/>
    <p:sldId id="266" r:id="rId5"/>
    <p:sldId id="257" r:id="rId6"/>
    <p:sldId id="258" r:id="rId7"/>
    <p:sldId id="263" r:id="rId8"/>
    <p:sldId id="260" r:id="rId9"/>
    <p:sldId id="264" r:id="rId10"/>
    <p:sldId id="265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03" autoAdjust="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aka, Afolabi Abudlazeez Layiwola" userId="4a88748a-ad96-4ab1-9087-86b24d6ebc15" providerId="ADAL" clId="{39DE14BD-6078-4040-B6DD-5D232AEFC05C}"/>
    <pc:docChg chg="undo custSel addSld delSld modSld sldOrd">
      <pc:chgData name="Isiaka, Afolabi Abudlazeez Layiwola" userId="4a88748a-ad96-4ab1-9087-86b24d6ebc15" providerId="ADAL" clId="{39DE14BD-6078-4040-B6DD-5D232AEFC05C}" dt="2025-07-23T02:33:24.765" v="3969" actId="20577"/>
      <pc:docMkLst>
        <pc:docMk/>
      </pc:docMkLst>
      <pc:sldChg chg="addSp delSp modSp mod modAnim">
        <pc:chgData name="Isiaka, Afolabi Abudlazeez Layiwola" userId="4a88748a-ad96-4ab1-9087-86b24d6ebc15" providerId="ADAL" clId="{39DE14BD-6078-4040-B6DD-5D232AEFC05C}" dt="2025-07-23T01:42:01.591" v="3735"/>
        <pc:sldMkLst>
          <pc:docMk/>
          <pc:sldMk cId="1790983684" sldId="256"/>
        </pc:sldMkLst>
        <pc:spChg chg="mod">
          <ac:chgData name="Isiaka, Afolabi Abudlazeez Layiwola" userId="4a88748a-ad96-4ab1-9087-86b24d6ebc15" providerId="ADAL" clId="{39DE14BD-6078-4040-B6DD-5D232AEFC05C}" dt="2025-07-22T20:45:55.640" v="3296" actId="26606"/>
          <ac:spMkLst>
            <pc:docMk/>
            <pc:sldMk cId="1790983684" sldId="256"/>
            <ac:spMk id="2" creationId="{F5803F7E-1ECA-AF21-93EA-3D191AE3ADF9}"/>
          </ac:spMkLst>
        </pc:spChg>
        <pc:spChg chg="mod">
          <ac:chgData name="Isiaka, Afolabi Abudlazeez Layiwola" userId="4a88748a-ad96-4ab1-9087-86b24d6ebc15" providerId="ADAL" clId="{39DE14BD-6078-4040-B6DD-5D232AEFC05C}" dt="2025-07-22T20:45:55.640" v="3296" actId="26606"/>
          <ac:spMkLst>
            <pc:docMk/>
            <pc:sldMk cId="1790983684" sldId="256"/>
            <ac:spMk id="3" creationId="{E4E7AB33-7904-1CCA-4A6C-72E1DD1F6CCC}"/>
          </ac:spMkLst>
        </pc:spChg>
        <pc:spChg chg="add del">
          <ac:chgData name="Isiaka, Afolabi Abudlazeez Layiwola" userId="4a88748a-ad96-4ab1-9087-86b24d6ebc15" providerId="ADAL" clId="{39DE14BD-6078-4040-B6DD-5D232AEFC05C}" dt="2025-07-22T20:45:55.640" v="3296" actId="26606"/>
          <ac:spMkLst>
            <pc:docMk/>
            <pc:sldMk cId="1790983684" sldId="256"/>
            <ac:spMk id="1050" creationId="{341BFA31-6544-45C2-9DA0-9E1C5E0B1959}"/>
          </ac:spMkLst>
        </pc:spChg>
        <pc:spChg chg="add del">
          <ac:chgData name="Isiaka, Afolabi Abudlazeez Layiwola" userId="4a88748a-ad96-4ab1-9087-86b24d6ebc15" providerId="ADAL" clId="{39DE14BD-6078-4040-B6DD-5D232AEFC05C}" dt="2025-07-22T20:45:55.640" v="3296" actId="26606"/>
          <ac:spMkLst>
            <pc:docMk/>
            <pc:sldMk cId="1790983684" sldId="256"/>
            <ac:spMk id="1052" creationId="{1D7DB65D-5EFD-43C1-976E-763AAA2A6F9B}"/>
          </ac:spMkLst>
        </pc:spChg>
        <pc:spChg chg="add">
          <ac:chgData name="Isiaka, Afolabi Abudlazeez Layiwola" userId="4a88748a-ad96-4ab1-9087-86b24d6ebc15" providerId="ADAL" clId="{39DE14BD-6078-4040-B6DD-5D232AEFC05C}" dt="2025-07-22T20:45:55.640" v="3296" actId="26606"/>
          <ac:spMkLst>
            <pc:docMk/>
            <pc:sldMk cId="1790983684" sldId="256"/>
            <ac:spMk id="1059" creationId="{33E93247-6229-44AB-A550-739E971E690B}"/>
          </ac:spMkLst>
        </pc:spChg>
        <pc:picChg chg="del mod">
          <ac:chgData name="Isiaka, Afolabi Abudlazeez Layiwola" userId="4a88748a-ad96-4ab1-9087-86b24d6ebc15" providerId="ADAL" clId="{39DE14BD-6078-4040-B6DD-5D232AEFC05C}" dt="2025-07-22T20:45:41.709" v="3295" actId="478"/>
          <ac:picMkLst>
            <pc:docMk/>
            <pc:sldMk cId="1790983684" sldId="256"/>
            <ac:picMk id="4" creationId="{1F2C63C5-9F54-8584-0469-8E9B7A2A4F22}"/>
          </ac:picMkLst>
        </pc:picChg>
        <pc:picChg chg="mod">
          <ac:chgData name="Isiaka, Afolabi Abudlazeez Layiwola" userId="4a88748a-ad96-4ab1-9087-86b24d6ebc15" providerId="ADAL" clId="{39DE14BD-6078-4040-B6DD-5D232AEFC05C}" dt="2025-07-22T20:45:55.640" v="3296" actId="26606"/>
          <ac:picMkLst>
            <pc:docMk/>
            <pc:sldMk cId="1790983684" sldId="256"/>
            <ac:picMk id="1026" creationId="{7E50E9AE-9DF1-6F88-1E39-BAF8B4043CD6}"/>
          </ac:picMkLst>
        </pc:picChg>
        <pc:cxnChg chg="add del">
          <ac:chgData name="Isiaka, Afolabi Abudlazeez Layiwola" userId="4a88748a-ad96-4ab1-9087-86b24d6ebc15" providerId="ADAL" clId="{39DE14BD-6078-4040-B6DD-5D232AEFC05C}" dt="2025-07-22T20:45:55.640" v="3296" actId="26606"/>
          <ac:cxnSpMkLst>
            <pc:docMk/>
            <pc:sldMk cId="1790983684" sldId="256"/>
            <ac:cxnSpMk id="1054" creationId="{5FBDBD30-F250-4D5E-925B-4796AFC99B80}"/>
          </ac:cxnSpMkLst>
        </pc:cxnChg>
        <pc:cxnChg chg="add">
          <ac:chgData name="Isiaka, Afolabi Abudlazeez Layiwola" userId="4a88748a-ad96-4ab1-9087-86b24d6ebc15" providerId="ADAL" clId="{39DE14BD-6078-4040-B6DD-5D232AEFC05C}" dt="2025-07-22T20:45:55.640" v="3296" actId="26606"/>
          <ac:cxnSpMkLst>
            <pc:docMk/>
            <pc:sldMk cId="1790983684" sldId="256"/>
            <ac:cxnSpMk id="1061" creationId="{EE2E603F-4A95-4FE8-BB06-211DFD75DBEF}"/>
          </ac:cxnSpMkLst>
        </pc:cxnChg>
      </pc:sldChg>
      <pc:sldChg chg="addSp delSp modSp mod modAnim">
        <pc:chgData name="Isiaka, Afolabi Abudlazeez Layiwola" userId="4a88748a-ad96-4ab1-9087-86b24d6ebc15" providerId="ADAL" clId="{39DE14BD-6078-4040-B6DD-5D232AEFC05C}" dt="2025-07-23T02:07:47.039" v="3917" actId="20577"/>
        <pc:sldMkLst>
          <pc:docMk/>
          <pc:sldMk cId="4203187306" sldId="257"/>
        </pc:sldMkLst>
        <pc:spChg chg="mod">
          <ac:chgData name="Isiaka, Afolabi Abudlazeez Layiwola" userId="4a88748a-ad96-4ab1-9087-86b24d6ebc15" providerId="ADAL" clId="{39DE14BD-6078-4040-B6DD-5D232AEFC05C}" dt="2025-07-22T20:43:47.807" v="3291" actId="26606"/>
          <ac:spMkLst>
            <pc:docMk/>
            <pc:sldMk cId="4203187306" sldId="257"/>
            <ac:spMk id="2" creationId="{0F49F08D-6AE1-05DD-A827-D8E369FDCB65}"/>
          </ac:spMkLst>
        </pc:spChg>
        <pc:spChg chg="mod ord">
          <ac:chgData name="Isiaka, Afolabi Abudlazeez Layiwola" userId="4a88748a-ad96-4ab1-9087-86b24d6ebc15" providerId="ADAL" clId="{39DE14BD-6078-4040-B6DD-5D232AEFC05C}" dt="2025-07-23T02:07:47.039" v="3917" actId="20577"/>
          <ac:spMkLst>
            <pc:docMk/>
            <pc:sldMk cId="4203187306" sldId="257"/>
            <ac:spMk id="43" creationId="{E408A77A-AC76-BAA1-A414-3A8309E83AA3}"/>
          </ac:spMkLst>
        </pc:spChg>
        <pc:spChg chg="add del">
          <ac:chgData name="Isiaka, Afolabi Abudlazeez Layiwola" userId="4a88748a-ad96-4ab1-9087-86b24d6ebc15" providerId="ADAL" clId="{39DE14BD-6078-4040-B6DD-5D232AEFC05C}" dt="2025-07-22T20:43:47.824" v="3292" actId="26606"/>
          <ac:spMkLst>
            <pc:docMk/>
            <pc:sldMk cId="4203187306" sldId="257"/>
            <ac:spMk id="83" creationId="{E49D7415-2F11-44C2-B6AA-13A25B6814B9}"/>
          </ac:spMkLst>
        </pc:spChg>
        <pc:spChg chg="add del">
          <ac:chgData name="Isiaka, Afolabi Abudlazeez Layiwola" userId="4a88748a-ad96-4ab1-9087-86b24d6ebc15" providerId="ADAL" clId="{39DE14BD-6078-4040-B6DD-5D232AEFC05C}" dt="2025-07-22T20:43:32.814" v="3283" actId="26606"/>
          <ac:spMkLst>
            <pc:docMk/>
            <pc:sldMk cId="4203187306" sldId="257"/>
            <ac:spMk id="89" creationId="{E49D7415-2F11-44C2-B6AA-13A25B6814B9}"/>
          </ac:spMkLst>
        </pc:spChg>
        <pc:spChg chg="add del">
          <ac:chgData name="Isiaka, Afolabi Abudlazeez Layiwola" userId="4a88748a-ad96-4ab1-9087-86b24d6ebc15" providerId="ADAL" clId="{39DE14BD-6078-4040-B6DD-5D232AEFC05C}" dt="2025-07-22T20:43:34.517" v="3285" actId="26606"/>
          <ac:spMkLst>
            <pc:docMk/>
            <pc:sldMk cId="4203187306" sldId="257"/>
            <ac:spMk id="93" creationId="{E49D7415-2F11-44C2-B6AA-13A25B6814B9}"/>
          </ac:spMkLst>
        </pc:spChg>
        <pc:spChg chg="add del">
          <ac:chgData name="Isiaka, Afolabi Abudlazeez Layiwola" userId="4a88748a-ad96-4ab1-9087-86b24d6ebc15" providerId="ADAL" clId="{39DE14BD-6078-4040-B6DD-5D232AEFC05C}" dt="2025-07-22T20:43:38.813" v="3287" actId="26606"/>
          <ac:spMkLst>
            <pc:docMk/>
            <pc:sldMk cId="4203187306" sldId="257"/>
            <ac:spMk id="97" creationId="{E49D7415-2F11-44C2-B6AA-13A25B6814B9}"/>
          </ac:spMkLst>
        </pc:spChg>
        <pc:spChg chg="add del">
          <ac:chgData name="Isiaka, Afolabi Abudlazeez Layiwola" userId="4a88748a-ad96-4ab1-9087-86b24d6ebc15" providerId="ADAL" clId="{39DE14BD-6078-4040-B6DD-5D232AEFC05C}" dt="2025-07-22T20:43:46.268" v="3289" actId="26606"/>
          <ac:spMkLst>
            <pc:docMk/>
            <pc:sldMk cId="4203187306" sldId="257"/>
            <ac:spMk id="100" creationId="{E49D7415-2F11-44C2-B6AA-13A25B6814B9}"/>
          </ac:spMkLst>
        </pc:spChg>
        <pc:spChg chg="add del">
          <ac:chgData name="Isiaka, Afolabi Abudlazeez Layiwola" userId="4a88748a-ad96-4ab1-9087-86b24d6ebc15" providerId="ADAL" clId="{39DE14BD-6078-4040-B6DD-5D232AEFC05C}" dt="2025-07-22T20:43:47.807" v="3291" actId="26606"/>
          <ac:spMkLst>
            <pc:docMk/>
            <pc:sldMk cId="4203187306" sldId="257"/>
            <ac:spMk id="103" creationId="{E49D7415-2F11-44C2-B6AA-13A25B6814B9}"/>
          </ac:spMkLst>
        </pc:spChg>
        <pc:spChg chg="add">
          <ac:chgData name="Isiaka, Afolabi Abudlazeez Layiwola" userId="4a88748a-ad96-4ab1-9087-86b24d6ebc15" providerId="ADAL" clId="{39DE14BD-6078-4040-B6DD-5D232AEFC05C}" dt="2025-07-22T20:43:47.824" v="3292" actId="26606"/>
          <ac:spMkLst>
            <pc:docMk/>
            <pc:sldMk cId="4203187306" sldId="257"/>
            <ac:spMk id="106" creationId="{E49D7415-2F11-44C2-B6AA-13A25B6814B9}"/>
          </ac:spMkLst>
        </pc:spChg>
        <pc:picChg chg="add mod ord">
          <ac:chgData name="Isiaka, Afolabi Abudlazeez Layiwola" userId="4a88748a-ad96-4ab1-9087-86b24d6ebc15" providerId="ADAL" clId="{39DE14BD-6078-4040-B6DD-5D232AEFC05C}" dt="2025-07-22T20:43:56.270" v="3293" actId="14100"/>
          <ac:picMkLst>
            <pc:docMk/>
            <pc:sldMk cId="4203187306" sldId="257"/>
            <ac:picMk id="20" creationId="{BFDF0F21-1BD9-F4C2-D6AC-771C6E322272}"/>
          </ac:picMkLst>
        </pc:picChg>
        <pc:cxnChg chg="add del">
          <ac:chgData name="Isiaka, Afolabi Abudlazeez Layiwola" userId="4a88748a-ad96-4ab1-9087-86b24d6ebc15" providerId="ADAL" clId="{39DE14BD-6078-4040-B6DD-5D232AEFC05C}" dt="2025-07-22T20:43:47.824" v="3292" actId="26606"/>
          <ac:cxnSpMkLst>
            <pc:docMk/>
            <pc:sldMk cId="4203187306" sldId="257"/>
            <ac:cxnSpMk id="85" creationId="{D2E57F3D-33BE-4306-87E6-245763719516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47.824" v="3292" actId="26606"/>
          <ac:cxnSpMkLst>
            <pc:docMk/>
            <pc:sldMk cId="4203187306" sldId="257"/>
            <ac:cxnSpMk id="87" creationId="{8E0104E4-99BC-494F-8342-F250828E574F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32.814" v="3283" actId="26606"/>
          <ac:cxnSpMkLst>
            <pc:docMk/>
            <pc:sldMk cId="4203187306" sldId="257"/>
            <ac:cxnSpMk id="90" creationId="{40ADC89C-EB4E-4AA5-ABBD-448BEC5FA3C4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34.517" v="3285" actId="26606"/>
          <ac:cxnSpMkLst>
            <pc:docMk/>
            <pc:sldMk cId="4203187306" sldId="257"/>
            <ac:cxnSpMk id="95" creationId="{4E495065-8864-87FB-2BCC-254769963EA4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47.807" v="3291" actId="26606"/>
          <ac:cxnSpMkLst>
            <pc:docMk/>
            <pc:sldMk cId="4203187306" sldId="257"/>
            <ac:cxnSpMk id="96" creationId="{8E0104E4-99BC-494F-8342-F250828E574F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38.813" v="3287" actId="26606"/>
          <ac:cxnSpMkLst>
            <pc:docMk/>
            <pc:sldMk cId="4203187306" sldId="257"/>
            <ac:cxnSpMk id="98" creationId="{7D3DF08D-8EDA-0FB3-59D9-B692F2ADD1EA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46.268" v="3289" actId="26606"/>
          <ac:cxnSpMkLst>
            <pc:docMk/>
            <pc:sldMk cId="4203187306" sldId="257"/>
            <ac:cxnSpMk id="101" creationId="{40ADC89C-EB4E-4AA5-ABBD-448BEC5FA3C4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47.807" v="3291" actId="26606"/>
          <ac:cxnSpMkLst>
            <pc:docMk/>
            <pc:sldMk cId="4203187306" sldId="257"/>
            <ac:cxnSpMk id="104" creationId="{D2E57F3D-33BE-4306-87E6-245763719516}"/>
          </ac:cxnSpMkLst>
        </pc:cxnChg>
        <pc:cxnChg chg="add">
          <ac:chgData name="Isiaka, Afolabi Abudlazeez Layiwola" userId="4a88748a-ad96-4ab1-9087-86b24d6ebc15" providerId="ADAL" clId="{39DE14BD-6078-4040-B6DD-5D232AEFC05C}" dt="2025-07-22T20:43:47.824" v="3292" actId="26606"/>
          <ac:cxnSpMkLst>
            <pc:docMk/>
            <pc:sldMk cId="4203187306" sldId="257"/>
            <ac:cxnSpMk id="107" creationId="{D2E57F3D-33BE-4306-87E6-245763719516}"/>
          </ac:cxnSpMkLst>
        </pc:cxnChg>
        <pc:cxnChg chg="add">
          <ac:chgData name="Isiaka, Afolabi Abudlazeez Layiwola" userId="4a88748a-ad96-4ab1-9087-86b24d6ebc15" providerId="ADAL" clId="{39DE14BD-6078-4040-B6DD-5D232AEFC05C}" dt="2025-07-22T20:43:47.824" v="3292" actId="26606"/>
          <ac:cxnSpMkLst>
            <pc:docMk/>
            <pc:sldMk cId="4203187306" sldId="257"/>
            <ac:cxnSpMk id="108" creationId="{8E0104E4-99BC-494F-8342-F250828E574F}"/>
          </ac:cxnSpMkLst>
        </pc:cxnChg>
      </pc:sldChg>
      <pc:sldChg chg="addSp delSp modSp mod modAnim">
        <pc:chgData name="Isiaka, Afolabi Abudlazeez Layiwola" userId="4a88748a-ad96-4ab1-9087-86b24d6ebc15" providerId="ADAL" clId="{39DE14BD-6078-4040-B6DD-5D232AEFC05C}" dt="2025-07-23T02:10:33.099" v="3957" actId="313"/>
        <pc:sldMkLst>
          <pc:docMk/>
          <pc:sldMk cId="3357274113" sldId="258"/>
        </pc:sldMkLst>
        <pc:spChg chg="mod">
          <ac:chgData name="Isiaka, Afolabi Abudlazeez Layiwola" userId="4a88748a-ad96-4ab1-9087-86b24d6ebc15" providerId="ADAL" clId="{39DE14BD-6078-4040-B6DD-5D232AEFC05C}" dt="2025-07-23T01:37:19.423" v="3698" actId="27636"/>
          <ac:spMkLst>
            <pc:docMk/>
            <pc:sldMk cId="3357274113" sldId="258"/>
            <ac:spMk id="2" creationId="{2A1448E1-AA78-1D8A-C3E9-40E8083A6E87}"/>
          </ac:spMkLst>
        </pc:spChg>
        <pc:spChg chg="add mod">
          <ac:chgData name="Isiaka, Afolabi Abudlazeez Layiwola" userId="4a88748a-ad96-4ab1-9087-86b24d6ebc15" providerId="ADAL" clId="{39DE14BD-6078-4040-B6DD-5D232AEFC05C}" dt="2025-07-23T02:10:33.099" v="3957" actId="313"/>
          <ac:spMkLst>
            <pc:docMk/>
            <pc:sldMk cId="3357274113" sldId="258"/>
            <ac:spMk id="37" creationId="{6DABCDA5-600B-FCB4-E084-46A93F734935}"/>
          </ac:spMkLst>
        </pc:spChg>
        <pc:spChg chg="add">
          <ac:chgData name="Isiaka, Afolabi Abudlazeez Layiwola" userId="4a88748a-ad96-4ab1-9087-86b24d6ebc15" providerId="ADAL" clId="{39DE14BD-6078-4040-B6DD-5D232AEFC05C}" dt="2025-07-21T21:47:10.058" v="1125" actId="26606"/>
          <ac:spMkLst>
            <pc:docMk/>
            <pc:sldMk cId="3357274113" sldId="258"/>
            <ac:spMk id="39" creationId="{E49D7415-2F11-44C2-B6AA-13A25B6814B9}"/>
          </ac:spMkLst>
        </pc:spChg>
        <pc:cxnChg chg="add">
          <ac:chgData name="Isiaka, Afolabi Abudlazeez Layiwola" userId="4a88748a-ad96-4ab1-9087-86b24d6ebc15" providerId="ADAL" clId="{39DE14BD-6078-4040-B6DD-5D232AEFC05C}" dt="2025-07-21T21:47:10.058" v="1125" actId="26606"/>
          <ac:cxnSpMkLst>
            <pc:docMk/>
            <pc:sldMk cId="3357274113" sldId="258"/>
            <ac:cxnSpMk id="41" creationId="{D2E57F3D-33BE-4306-87E6-245763719516}"/>
          </ac:cxnSpMkLst>
        </pc:cxnChg>
        <pc:cxnChg chg="add">
          <ac:chgData name="Isiaka, Afolabi Abudlazeez Layiwola" userId="4a88748a-ad96-4ab1-9087-86b24d6ebc15" providerId="ADAL" clId="{39DE14BD-6078-4040-B6DD-5D232AEFC05C}" dt="2025-07-21T21:47:10.058" v="1125" actId="26606"/>
          <ac:cxnSpMkLst>
            <pc:docMk/>
            <pc:sldMk cId="3357274113" sldId="258"/>
            <ac:cxnSpMk id="43" creationId="{8E0104E4-99BC-494F-8342-F250828E574F}"/>
          </ac:cxnSpMkLst>
        </pc:cxnChg>
      </pc:sldChg>
      <pc:sldChg chg="addSp delSp modSp del mod">
        <pc:chgData name="Isiaka, Afolabi Abudlazeez Layiwola" userId="4a88748a-ad96-4ab1-9087-86b24d6ebc15" providerId="ADAL" clId="{39DE14BD-6078-4040-B6DD-5D232AEFC05C}" dt="2025-07-21T20:39:59.548" v="6" actId="47"/>
        <pc:sldMkLst>
          <pc:docMk/>
          <pc:sldMk cId="584545971" sldId="259"/>
        </pc:sldMkLst>
      </pc:sldChg>
      <pc:sldChg chg="addSp delSp modSp new mod ord setBg modAnim">
        <pc:chgData name="Isiaka, Afolabi Abudlazeez Layiwola" userId="4a88748a-ad96-4ab1-9087-86b24d6ebc15" providerId="ADAL" clId="{39DE14BD-6078-4040-B6DD-5D232AEFC05C}" dt="2025-07-23T01:58:53.125" v="3781" actId="478"/>
        <pc:sldMkLst>
          <pc:docMk/>
          <pc:sldMk cId="1734912953" sldId="259"/>
        </pc:sldMkLst>
        <pc:spChg chg="mod">
          <ac:chgData name="Isiaka, Afolabi Abudlazeez Layiwola" userId="4a88748a-ad96-4ab1-9087-86b24d6ebc15" providerId="ADAL" clId="{39DE14BD-6078-4040-B6DD-5D232AEFC05C}" dt="2025-07-22T20:42:43.723" v="3278" actId="255"/>
          <ac:spMkLst>
            <pc:docMk/>
            <pc:sldMk cId="1734912953" sldId="259"/>
            <ac:spMk id="2" creationId="{02E20C7F-6EB7-C5EC-C6B7-4F71FE4653D5}"/>
          </ac:spMkLst>
        </pc:spChg>
        <pc:spChg chg="add">
          <ac:chgData name="Isiaka, Afolabi Abudlazeez Layiwola" userId="4a88748a-ad96-4ab1-9087-86b24d6ebc15" providerId="ADAL" clId="{39DE14BD-6078-4040-B6DD-5D232AEFC05C}" dt="2025-07-21T22:38:01.039" v="1861" actId="26606"/>
          <ac:spMkLst>
            <pc:docMk/>
            <pc:sldMk cId="1734912953" sldId="259"/>
            <ac:spMk id="38" creationId="{F68B2C62-7648-4430-90D5-AE0F252AF113}"/>
          </ac:spMkLst>
        </pc:spChg>
        <pc:spChg chg="add">
          <ac:chgData name="Isiaka, Afolabi Abudlazeez Layiwola" userId="4a88748a-ad96-4ab1-9087-86b24d6ebc15" providerId="ADAL" clId="{39DE14BD-6078-4040-B6DD-5D232AEFC05C}" dt="2025-07-21T22:38:01.039" v="1861" actId="26606"/>
          <ac:spMkLst>
            <pc:docMk/>
            <pc:sldMk cId="1734912953" sldId="259"/>
            <ac:spMk id="40" creationId="{19604516-F583-413C-8C0B-E7944F332B5A}"/>
          </ac:spMkLst>
        </pc:spChg>
        <pc:graphicFrameChg chg="add del mod">
          <ac:chgData name="Isiaka, Afolabi Abudlazeez Layiwola" userId="4a88748a-ad96-4ab1-9087-86b24d6ebc15" providerId="ADAL" clId="{39DE14BD-6078-4040-B6DD-5D232AEFC05C}" dt="2025-07-23T01:57:53.349" v="3769" actId="478"/>
          <ac:graphicFrameMkLst>
            <pc:docMk/>
            <pc:sldMk cId="1734912953" sldId="259"/>
            <ac:graphicFrameMk id="16" creationId="{4B5861A3-1628-2D1D-BB3A-E72BF64540B2}"/>
          </ac:graphicFrameMkLst>
        </pc:graphicFrameChg>
        <pc:graphicFrameChg chg="add mod modGraphic">
          <ac:chgData name="Isiaka, Afolabi Abudlazeez Layiwola" userId="4a88748a-ad96-4ab1-9087-86b24d6ebc15" providerId="ADAL" clId="{39DE14BD-6078-4040-B6DD-5D232AEFC05C}" dt="2025-07-23T01:58:30.206" v="3777" actId="14100"/>
          <ac:graphicFrameMkLst>
            <pc:docMk/>
            <pc:sldMk cId="1734912953" sldId="259"/>
            <ac:graphicFrameMk id="33" creationId="{97971771-4937-B216-C7C3-AA1143543458}"/>
          </ac:graphicFrameMkLst>
        </pc:graphicFrameChg>
        <pc:picChg chg="add mod">
          <ac:chgData name="Isiaka, Afolabi Abudlazeez Layiwola" userId="4a88748a-ad96-4ab1-9087-86b24d6ebc15" providerId="ADAL" clId="{39DE14BD-6078-4040-B6DD-5D232AEFC05C}" dt="2025-07-23T01:55:26.542" v="3756"/>
          <ac:picMkLst>
            <pc:docMk/>
            <pc:sldMk cId="1734912953" sldId="259"/>
            <ac:picMk id="6" creationId="{C8271CEC-F6DA-FE35-B5C8-C0649769BFD9}"/>
          </ac:picMkLst>
        </pc:picChg>
        <pc:picChg chg="add mod">
          <ac:chgData name="Isiaka, Afolabi Abudlazeez Layiwola" userId="4a88748a-ad96-4ab1-9087-86b24d6ebc15" providerId="ADAL" clId="{39DE14BD-6078-4040-B6DD-5D232AEFC05C}" dt="2025-07-23T01:55:45.487" v="3759" actId="1076"/>
          <ac:picMkLst>
            <pc:docMk/>
            <pc:sldMk cId="1734912953" sldId="259"/>
            <ac:picMk id="9" creationId="{9253556F-E4F9-25E0-CE39-A6BECE57B803}"/>
          </ac:picMkLst>
        </pc:picChg>
        <pc:picChg chg="add del mod">
          <ac:chgData name="Isiaka, Afolabi Abudlazeez Layiwola" userId="4a88748a-ad96-4ab1-9087-86b24d6ebc15" providerId="ADAL" clId="{39DE14BD-6078-4040-B6DD-5D232AEFC05C}" dt="2025-07-23T01:58:53.125" v="3781" actId="478"/>
          <ac:picMkLst>
            <pc:docMk/>
            <pc:sldMk cId="1734912953" sldId="259"/>
            <ac:picMk id="22" creationId="{D3B0494C-8BC9-755B-CD5A-02922F8E0021}"/>
          </ac:picMkLst>
        </pc:picChg>
        <pc:cxnChg chg="add">
          <ac:chgData name="Isiaka, Afolabi Abudlazeez Layiwola" userId="4a88748a-ad96-4ab1-9087-86b24d6ebc15" providerId="ADAL" clId="{39DE14BD-6078-4040-B6DD-5D232AEFC05C}" dt="2025-07-21T22:38:01.039" v="1861" actId="26606"/>
          <ac:cxnSpMkLst>
            <pc:docMk/>
            <pc:sldMk cId="1734912953" sldId="259"/>
            <ac:cxnSpMk id="42" creationId="{4BFD5B9F-5FB6-467D-83D5-DF82F1907354}"/>
          </ac:cxnSpMkLst>
        </pc:cxnChg>
      </pc:sldChg>
      <pc:sldChg chg="addSp delSp modSp new mod setBg modAnim">
        <pc:chgData name="Isiaka, Afolabi Abudlazeez Layiwola" userId="4a88748a-ad96-4ab1-9087-86b24d6ebc15" providerId="ADAL" clId="{39DE14BD-6078-4040-B6DD-5D232AEFC05C}" dt="2025-07-23T01:40:33.313" v="3728"/>
        <pc:sldMkLst>
          <pc:docMk/>
          <pc:sldMk cId="2959355394" sldId="260"/>
        </pc:sldMkLst>
        <pc:spChg chg="mod">
          <ac:chgData name="Isiaka, Afolabi Abudlazeez Layiwola" userId="4a88748a-ad96-4ab1-9087-86b24d6ebc15" providerId="ADAL" clId="{39DE14BD-6078-4040-B6DD-5D232AEFC05C}" dt="2025-07-22T16:52:13.648" v="2477" actId="27636"/>
          <ac:spMkLst>
            <pc:docMk/>
            <pc:sldMk cId="2959355394" sldId="260"/>
            <ac:spMk id="2" creationId="{18DA86EC-2E4E-AC65-BF71-EBA9AAF39A40}"/>
          </ac:spMkLst>
        </pc:spChg>
        <pc:spChg chg="add del mod ord">
          <ac:chgData name="Isiaka, Afolabi Abudlazeez Layiwola" userId="4a88748a-ad96-4ab1-9087-86b24d6ebc15" providerId="ADAL" clId="{39DE14BD-6078-4040-B6DD-5D232AEFC05C}" dt="2025-07-22T16:52:32.806" v="2479" actId="1957"/>
          <ac:spMkLst>
            <pc:docMk/>
            <pc:sldMk cId="2959355394" sldId="260"/>
            <ac:spMk id="9" creationId="{DDF801BE-EB99-D6CD-56E9-E8EA60F9D83A}"/>
          </ac:spMkLst>
        </pc:spChg>
        <pc:spChg chg="add mod">
          <ac:chgData name="Isiaka, Afolabi Abudlazeez Layiwola" userId="4a88748a-ad96-4ab1-9087-86b24d6ebc15" providerId="ADAL" clId="{39DE14BD-6078-4040-B6DD-5D232AEFC05C}" dt="2025-07-22T20:18:53.594" v="2850" actId="1076"/>
          <ac:spMkLst>
            <pc:docMk/>
            <pc:sldMk cId="2959355394" sldId="260"/>
            <ac:spMk id="17" creationId="{372730A0-DC7E-2E1A-BD56-55C9509E9025}"/>
          </ac:spMkLst>
        </pc:spChg>
        <pc:spChg chg="add">
          <ac:chgData name="Isiaka, Afolabi Abudlazeez Layiwola" userId="4a88748a-ad96-4ab1-9087-86b24d6ebc15" providerId="ADAL" clId="{39DE14BD-6078-4040-B6DD-5D232AEFC05C}" dt="2025-07-21T21:06:17.512" v="706" actId="26606"/>
          <ac:spMkLst>
            <pc:docMk/>
            <pc:sldMk cId="2959355394" sldId="260"/>
            <ac:spMk id="229" creationId="{E53615EE-C559-4E03-999B-5477F1626FE5}"/>
          </ac:spMkLst>
        </pc:spChg>
        <pc:graphicFrameChg chg="add mod">
          <ac:chgData name="Isiaka, Afolabi Abudlazeez Layiwola" userId="4a88748a-ad96-4ab1-9087-86b24d6ebc15" providerId="ADAL" clId="{39DE14BD-6078-4040-B6DD-5D232AEFC05C}" dt="2025-07-22T17:58:08.493" v="2835" actId="692"/>
          <ac:graphicFrameMkLst>
            <pc:docMk/>
            <pc:sldMk cId="2959355394" sldId="260"/>
            <ac:graphicFrameMk id="15" creationId="{C039F388-9A2D-0FAE-22E1-06A87761BB4D}"/>
          </ac:graphicFrameMkLst>
        </pc:graphicFrameChg>
        <pc:graphicFrameChg chg="add mod modGraphic">
          <ac:chgData name="Isiaka, Afolabi Abudlazeez Layiwola" userId="4a88748a-ad96-4ab1-9087-86b24d6ebc15" providerId="ADAL" clId="{39DE14BD-6078-4040-B6DD-5D232AEFC05C}" dt="2025-07-22T20:18:47.335" v="2849" actId="1076"/>
          <ac:graphicFrameMkLst>
            <pc:docMk/>
            <pc:sldMk cId="2959355394" sldId="260"/>
            <ac:graphicFrameMk id="16" creationId="{79CF9394-229D-CA81-35E3-AFB5BC9D4400}"/>
          </ac:graphicFrameMkLst>
        </pc:graphicFrameChg>
        <pc:cxnChg chg="add">
          <ac:chgData name="Isiaka, Afolabi Abudlazeez Layiwola" userId="4a88748a-ad96-4ab1-9087-86b24d6ebc15" providerId="ADAL" clId="{39DE14BD-6078-4040-B6DD-5D232AEFC05C}" dt="2025-07-21T21:06:17.512" v="706" actId="26606"/>
          <ac:cxnSpMkLst>
            <pc:docMk/>
            <pc:sldMk cId="2959355394" sldId="260"/>
            <ac:cxnSpMk id="231" creationId="{986D0DB0-CC82-4868-9E40-44D1164BD6BA}"/>
          </ac:cxnSpMkLst>
        </pc:cxnChg>
        <pc:cxnChg chg="add">
          <ac:chgData name="Isiaka, Afolabi Abudlazeez Layiwola" userId="4a88748a-ad96-4ab1-9087-86b24d6ebc15" providerId="ADAL" clId="{39DE14BD-6078-4040-B6DD-5D232AEFC05C}" dt="2025-07-21T21:06:17.512" v="706" actId="26606"/>
          <ac:cxnSpMkLst>
            <pc:docMk/>
            <pc:sldMk cId="2959355394" sldId="260"/>
            <ac:cxnSpMk id="233" creationId="{E9879F10-54E5-4F60-A54F-91F348A6C7E8}"/>
          </ac:cxnSpMkLst>
        </pc:cxnChg>
      </pc:sldChg>
      <pc:sldChg chg="modSp new mod">
        <pc:chgData name="Isiaka, Afolabi Abudlazeez Layiwola" userId="4a88748a-ad96-4ab1-9087-86b24d6ebc15" providerId="ADAL" clId="{39DE14BD-6078-4040-B6DD-5D232AEFC05C}" dt="2025-07-23T02:30:06.993" v="3961" actId="20577"/>
        <pc:sldMkLst>
          <pc:docMk/>
          <pc:sldMk cId="1591491879" sldId="261"/>
        </pc:sldMkLst>
        <pc:spChg chg="mod">
          <ac:chgData name="Isiaka, Afolabi Abudlazeez Layiwola" userId="4a88748a-ad96-4ab1-9087-86b24d6ebc15" providerId="ADAL" clId="{39DE14BD-6078-4040-B6DD-5D232AEFC05C}" dt="2025-07-21T21:13:46.946" v="762" actId="20577"/>
          <ac:spMkLst>
            <pc:docMk/>
            <pc:sldMk cId="1591491879" sldId="261"/>
            <ac:spMk id="2" creationId="{491A32D3-72B5-2082-5A66-37E45A843025}"/>
          </ac:spMkLst>
        </pc:spChg>
        <pc:spChg chg="mod">
          <ac:chgData name="Isiaka, Afolabi Abudlazeez Layiwola" userId="4a88748a-ad96-4ab1-9087-86b24d6ebc15" providerId="ADAL" clId="{39DE14BD-6078-4040-B6DD-5D232AEFC05C}" dt="2025-07-23T02:30:06.993" v="3961" actId="20577"/>
          <ac:spMkLst>
            <pc:docMk/>
            <pc:sldMk cId="1591491879" sldId="261"/>
            <ac:spMk id="3" creationId="{F210F6B5-6110-2EDE-45C9-F5946C00CE11}"/>
          </ac:spMkLst>
        </pc:spChg>
      </pc:sldChg>
      <pc:sldChg chg="addSp delSp modSp new mod ord setBg modAnim">
        <pc:chgData name="Isiaka, Afolabi Abudlazeez Layiwola" userId="4a88748a-ad96-4ab1-9087-86b24d6ebc15" providerId="ADAL" clId="{39DE14BD-6078-4040-B6DD-5D232AEFC05C}" dt="2025-07-23T01:54:21.212" v="3752"/>
        <pc:sldMkLst>
          <pc:docMk/>
          <pc:sldMk cId="2861593999" sldId="262"/>
        </pc:sldMkLst>
        <pc:spChg chg="mod">
          <ac:chgData name="Isiaka, Afolabi Abudlazeez Layiwola" userId="4a88748a-ad96-4ab1-9087-86b24d6ebc15" providerId="ADAL" clId="{39DE14BD-6078-4040-B6DD-5D232AEFC05C}" dt="2025-07-23T01:37:56.587" v="3702" actId="2711"/>
          <ac:spMkLst>
            <pc:docMk/>
            <pc:sldMk cId="2861593999" sldId="262"/>
            <ac:spMk id="2" creationId="{F58AADDE-CE71-ED6B-816E-D55958C1E2A7}"/>
          </ac:spMkLst>
        </pc:spChg>
        <pc:spChg chg="add del">
          <ac:chgData name="Isiaka, Afolabi Abudlazeez Layiwola" userId="4a88748a-ad96-4ab1-9087-86b24d6ebc15" providerId="ADAL" clId="{39DE14BD-6078-4040-B6DD-5D232AEFC05C}" dt="2025-07-22T16:26:16.377" v="2064" actId="26606"/>
          <ac:spMkLst>
            <pc:docMk/>
            <pc:sldMk cId="2861593999" sldId="262"/>
            <ac:spMk id="30" creationId="{F68B2C62-7648-4430-90D5-AE0F252AF113}"/>
          </ac:spMkLst>
        </pc:spChg>
        <pc:spChg chg="add del">
          <ac:chgData name="Isiaka, Afolabi Abudlazeez Layiwola" userId="4a88748a-ad96-4ab1-9087-86b24d6ebc15" providerId="ADAL" clId="{39DE14BD-6078-4040-B6DD-5D232AEFC05C}" dt="2025-07-22T17:53:21.452" v="2804" actId="26606"/>
          <ac:spMkLst>
            <pc:docMk/>
            <pc:sldMk cId="2861593999" sldId="262"/>
            <ac:spMk id="37" creationId="{F68B2C62-7648-4430-90D5-AE0F252AF113}"/>
          </ac:spMkLst>
        </pc:spChg>
        <pc:spChg chg="add">
          <ac:chgData name="Isiaka, Afolabi Abudlazeez Layiwola" userId="4a88748a-ad96-4ab1-9087-86b24d6ebc15" providerId="ADAL" clId="{39DE14BD-6078-4040-B6DD-5D232AEFC05C}" dt="2025-07-22T17:53:21.452" v="2804" actId="26606"/>
          <ac:spMkLst>
            <pc:docMk/>
            <pc:sldMk cId="2861593999" sldId="262"/>
            <ac:spMk id="44" creationId="{F68B2C62-7648-4430-90D5-AE0F252AF113}"/>
          </ac:spMkLst>
        </pc:spChg>
        <pc:spChg chg="add">
          <ac:chgData name="Isiaka, Afolabi Abudlazeez Layiwola" userId="4a88748a-ad96-4ab1-9087-86b24d6ebc15" providerId="ADAL" clId="{39DE14BD-6078-4040-B6DD-5D232AEFC05C}" dt="2025-07-22T17:53:21.452" v="2804" actId="26606"/>
          <ac:spMkLst>
            <pc:docMk/>
            <pc:sldMk cId="2861593999" sldId="262"/>
            <ac:spMk id="46" creationId="{19604516-F583-413C-8C0B-E7944F332B5A}"/>
          </ac:spMkLst>
        </pc:spChg>
        <pc:graphicFrameChg chg="add mod modGraphic">
          <ac:chgData name="Isiaka, Afolabi Abudlazeez Layiwola" userId="4a88748a-ad96-4ab1-9087-86b24d6ebc15" providerId="ADAL" clId="{39DE14BD-6078-4040-B6DD-5D232AEFC05C}" dt="2025-07-23T01:54:21.212" v="3752"/>
          <ac:graphicFrameMkLst>
            <pc:docMk/>
            <pc:sldMk cId="2861593999" sldId="262"/>
            <ac:graphicFrameMk id="12" creationId="{99C5E6BA-89BA-F66E-6108-A1D8EE839066}"/>
          </ac:graphicFrameMkLst>
        </pc:graphicFrameChg>
        <pc:cxnChg chg="add del">
          <ac:chgData name="Isiaka, Afolabi Abudlazeez Layiwola" userId="4a88748a-ad96-4ab1-9087-86b24d6ebc15" providerId="ADAL" clId="{39DE14BD-6078-4040-B6DD-5D232AEFC05C}" dt="2025-07-22T16:26:16.377" v="2064" actId="26606"/>
          <ac:cxnSpMkLst>
            <pc:docMk/>
            <pc:sldMk cId="2861593999" sldId="262"/>
            <ac:cxnSpMk id="31" creationId="{AAD0195E-7F27-4D06-9427-0C121D721A14}"/>
          </ac:cxnSpMkLst>
        </pc:cxnChg>
        <pc:cxnChg chg="add del">
          <ac:chgData name="Isiaka, Afolabi Abudlazeez Layiwola" userId="4a88748a-ad96-4ab1-9087-86b24d6ebc15" providerId="ADAL" clId="{39DE14BD-6078-4040-B6DD-5D232AEFC05C}" dt="2025-07-22T16:26:16.377" v="2064" actId="26606"/>
          <ac:cxnSpMkLst>
            <pc:docMk/>
            <pc:sldMk cId="2861593999" sldId="262"/>
            <ac:cxnSpMk id="32" creationId="{9D74C2FC-3228-4FC1-B97B-87AD35508D91}"/>
          </ac:cxnSpMkLst>
        </pc:cxnChg>
        <pc:cxnChg chg="add del">
          <ac:chgData name="Isiaka, Afolabi Abudlazeez Layiwola" userId="4a88748a-ad96-4ab1-9087-86b24d6ebc15" providerId="ADAL" clId="{39DE14BD-6078-4040-B6DD-5D232AEFC05C}" dt="2025-07-22T17:53:21.452" v="2804" actId="26606"/>
          <ac:cxnSpMkLst>
            <pc:docMk/>
            <pc:sldMk cId="2861593999" sldId="262"/>
            <ac:cxnSpMk id="39" creationId="{0ADD27CF-4CE1-2871-1ABA-40FCA4D03214}"/>
          </ac:cxnSpMkLst>
        </pc:cxnChg>
        <pc:cxnChg chg="add">
          <ac:chgData name="Isiaka, Afolabi Abudlazeez Layiwola" userId="4a88748a-ad96-4ab1-9087-86b24d6ebc15" providerId="ADAL" clId="{39DE14BD-6078-4040-B6DD-5D232AEFC05C}" dt="2025-07-22T17:53:21.452" v="2804" actId="26606"/>
          <ac:cxnSpMkLst>
            <pc:docMk/>
            <pc:sldMk cId="2861593999" sldId="262"/>
            <ac:cxnSpMk id="48" creationId="{4BFD5B9F-5FB6-467D-83D5-DF82F1907354}"/>
          </ac:cxnSpMkLst>
        </pc:cxnChg>
      </pc:sldChg>
      <pc:sldChg chg="addSp delSp modSp new mod setBg modAnim">
        <pc:chgData name="Isiaka, Afolabi Abudlazeez Layiwola" userId="4a88748a-ad96-4ab1-9087-86b24d6ebc15" providerId="ADAL" clId="{39DE14BD-6078-4040-B6DD-5D232AEFC05C}" dt="2025-07-23T01:40:21.299" v="3725"/>
        <pc:sldMkLst>
          <pc:docMk/>
          <pc:sldMk cId="206952829" sldId="263"/>
        </pc:sldMkLst>
        <pc:spChg chg="mod">
          <ac:chgData name="Isiaka, Afolabi Abudlazeez Layiwola" userId="4a88748a-ad96-4ab1-9087-86b24d6ebc15" providerId="ADAL" clId="{39DE14BD-6078-4040-B6DD-5D232AEFC05C}" dt="2025-07-22T20:17:13.079" v="2839" actId="26606"/>
          <ac:spMkLst>
            <pc:docMk/>
            <pc:sldMk cId="206952829" sldId="263"/>
            <ac:spMk id="2" creationId="{A19C5BA4-82D0-B00D-EE74-84055996553F}"/>
          </ac:spMkLst>
        </pc:spChg>
        <pc:spChg chg="del mod">
          <ac:chgData name="Isiaka, Afolabi Abudlazeez Layiwola" userId="4a88748a-ad96-4ab1-9087-86b24d6ebc15" providerId="ADAL" clId="{39DE14BD-6078-4040-B6DD-5D232AEFC05C}" dt="2025-07-22T16:38:25.520" v="2412" actId="1957"/>
          <ac:spMkLst>
            <pc:docMk/>
            <pc:sldMk cId="206952829" sldId="263"/>
            <ac:spMk id="3" creationId="{7565A1FD-417E-798B-6205-3C3F5903D9CA}"/>
          </ac:spMkLst>
        </pc:spChg>
        <pc:spChg chg="add del mod">
          <ac:chgData name="Isiaka, Afolabi Abudlazeez Layiwola" userId="4a88748a-ad96-4ab1-9087-86b24d6ebc15" providerId="ADAL" clId="{39DE14BD-6078-4040-B6DD-5D232AEFC05C}" dt="2025-07-22T16:41:33.925" v="2419" actId="1957"/>
          <ac:spMkLst>
            <pc:docMk/>
            <pc:sldMk cId="206952829" sldId="263"/>
            <ac:spMk id="9" creationId="{1A2FDB4E-3A9B-6B21-F603-F6AA08824811}"/>
          </ac:spMkLst>
        </pc:spChg>
        <pc:spChg chg="add">
          <ac:chgData name="Isiaka, Afolabi Abudlazeez Layiwola" userId="4a88748a-ad96-4ab1-9087-86b24d6ebc15" providerId="ADAL" clId="{39DE14BD-6078-4040-B6DD-5D232AEFC05C}" dt="2025-07-22T20:17:13.079" v="2839" actId="26606"/>
          <ac:spMkLst>
            <pc:docMk/>
            <pc:sldMk cId="206952829" sldId="263"/>
            <ac:spMk id="17" creationId="{F68B2C62-7648-4430-90D5-AE0F252AF113}"/>
          </ac:spMkLst>
        </pc:spChg>
        <pc:graphicFrameChg chg="add del mod">
          <ac:chgData name="Isiaka, Afolabi Abudlazeez Layiwola" userId="4a88748a-ad96-4ab1-9087-86b24d6ebc15" providerId="ADAL" clId="{39DE14BD-6078-4040-B6DD-5D232AEFC05C}" dt="2025-07-22T16:41:05.038" v="2417" actId="478"/>
          <ac:graphicFrameMkLst>
            <pc:docMk/>
            <pc:sldMk cId="206952829" sldId="263"/>
            <ac:graphicFrameMk id="6" creationId="{BE688221-2D4A-C5C3-F9E5-462D6A62DE4A}"/>
          </ac:graphicFrameMkLst>
        </pc:graphicFrameChg>
        <pc:graphicFrameChg chg="add mod">
          <ac:chgData name="Isiaka, Afolabi Abudlazeez Layiwola" userId="4a88748a-ad96-4ab1-9087-86b24d6ebc15" providerId="ADAL" clId="{39DE14BD-6078-4040-B6DD-5D232AEFC05C}" dt="2025-07-22T16:40:49.422" v="2416"/>
          <ac:graphicFrameMkLst>
            <pc:docMk/>
            <pc:sldMk cId="206952829" sldId="263"/>
            <ac:graphicFrameMk id="7" creationId="{68CB3965-203B-19AE-111D-1F5B06974E97}"/>
          </ac:graphicFrameMkLst>
        </pc:graphicFrameChg>
        <pc:graphicFrameChg chg="add mod">
          <ac:chgData name="Isiaka, Afolabi Abudlazeez Layiwola" userId="4a88748a-ad96-4ab1-9087-86b24d6ebc15" providerId="ADAL" clId="{39DE14BD-6078-4040-B6DD-5D232AEFC05C}" dt="2025-07-22T21:53:22.458" v="3600" actId="20577"/>
          <ac:graphicFrameMkLst>
            <pc:docMk/>
            <pc:sldMk cId="206952829" sldId="263"/>
            <ac:graphicFrameMk id="12" creationId="{B40CB8B9-FD7D-F910-CE78-5DD1402D25B3}"/>
          </ac:graphicFrameMkLst>
        </pc:graphicFrameChg>
        <pc:cxnChg chg="add">
          <ac:chgData name="Isiaka, Afolabi Abudlazeez Layiwola" userId="4a88748a-ad96-4ab1-9087-86b24d6ebc15" providerId="ADAL" clId="{39DE14BD-6078-4040-B6DD-5D232AEFC05C}" dt="2025-07-22T20:17:13.079" v="2839" actId="26606"/>
          <ac:cxnSpMkLst>
            <pc:docMk/>
            <pc:sldMk cId="206952829" sldId="263"/>
            <ac:cxnSpMk id="19" creationId="{9BB96FAB-CCBF-4D1E-9D0D-B038ACC29BD0}"/>
          </ac:cxnSpMkLst>
        </pc:cxnChg>
      </pc:sldChg>
      <pc:sldChg chg="addSp delSp modSp new mod setBg modAnim">
        <pc:chgData name="Isiaka, Afolabi Abudlazeez Layiwola" userId="4a88748a-ad96-4ab1-9087-86b24d6ebc15" providerId="ADAL" clId="{39DE14BD-6078-4040-B6DD-5D232AEFC05C}" dt="2025-07-23T02:33:24.765" v="3969" actId="20577"/>
        <pc:sldMkLst>
          <pc:docMk/>
          <pc:sldMk cId="1465418589" sldId="264"/>
        </pc:sldMkLst>
        <pc:spChg chg="mod">
          <ac:chgData name="Isiaka, Afolabi Abudlazeez Layiwola" userId="4a88748a-ad96-4ab1-9087-86b24d6ebc15" providerId="ADAL" clId="{39DE14BD-6078-4040-B6DD-5D232AEFC05C}" dt="2025-07-23T01:37:01.296" v="3696" actId="20577"/>
          <ac:spMkLst>
            <pc:docMk/>
            <pc:sldMk cId="1465418589" sldId="264"/>
            <ac:spMk id="2" creationId="{5E1462C3-7F63-EF74-20A8-C8D6A7BA0A15}"/>
          </ac:spMkLst>
        </pc:spChg>
        <pc:spChg chg="add del mod">
          <ac:chgData name="Isiaka, Afolabi Abudlazeez Layiwola" userId="4a88748a-ad96-4ab1-9087-86b24d6ebc15" providerId="ADAL" clId="{39DE14BD-6078-4040-B6DD-5D232AEFC05C}" dt="2025-07-23T01:36:00.054" v="3688" actId="26606"/>
          <ac:spMkLst>
            <pc:docMk/>
            <pc:sldMk cId="1465418589" sldId="264"/>
            <ac:spMk id="3" creationId="{9483207C-5777-4387-4CC3-94A81E3561EE}"/>
          </ac:spMkLst>
        </pc:spChg>
        <pc:spChg chg="add del">
          <ac:chgData name="Isiaka, Afolabi Abudlazeez Layiwola" userId="4a88748a-ad96-4ab1-9087-86b24d6ebc15" providerId="ADAL" clId="{39DE14BD-6078-4040-B6DD-5D232AEFC05C}" dt="2025-07-22T20:36:50.675" v="3236" actId="26606"/>
          <ac:spMkLst>
            <pc:docMk/>
            <pc:sldMk cId="1465418589" sldId="264"/>
            <ac:spMk id="8" creationId="{EEF92585-7A99-6108-9663-8C59032742EC}"/>
          </ac:spMkLst>
        </pc:spChg>
        <pc:spChg chg="add del">
          <ac:chgData name="Isiaka, Afolabi Abudlazeez Layiwola" userId="4a88748a-ad96-4ab1-9087-86b24d6ebc15" providerId="ADAL" clId="{39DE14BD-6078-4040-B6DD-5D232AEFC05C}" dt="2025-07-22T20:38:28.822" v="3275" actId="26606"/>
          <ac:spMkLst>
            <pc:docMk/>
            <pc:sldMk cId="1465418589" sldId="264"/>
            <ac:spMk id="15" creationId="{5F710FDB-0919-493E-8539-8240C23F1EB2}"/>
          </ac:spMkLst>
        </pc:spChg>
        <pc:spChg chg="add del">
          <ac:chgData name="Isiaka, Afolabi Abudlazeez Layiwola" userId="4a88748a-ad96-4ab1-9087-86b24d6ebc15" providerId="ADAL" clId="{39DE14BD-6078-4040-B6DD-5D232AEFC05C}" dt="2025-07-22T20:38:26.239" v="3269" actId="26606"/>
          <ac:spMkLst>
            <pc:docMk/>
            <pc:sldMk cId="1465418589" sldId="264"/>
            <ac:spMk id="22" creationId="{5F710FDB-0919-493E-8539-8240C23F1EB2}"/>
          </ac:spMkLst>
        </pc:spChg>
        <pc:spChg chg="add del">
          <ac:chgData name="Isiaka, Afolabi Abudlazeez Layiwola" userId="4a88748a-ad96-4ab1-9087-86b24d6ebc15" providerId="ADAL" clId="{39DE14BD-6078-4040-B6DD-5D232AEFC05C}" dt="2025-07-22T20:38:27.530" v="3271" actId="26606"/>
          <ac:spMkLst>
            <pc:docMk/>
            <pc:sldMk cId="1465418589" sldId="264"/>
            <ac:spMk id="27" creationId="{5F710FDB-0919-493E-8539-8240C23F1EB2}"/>
          </ac:spMkLst>
        </pc:spChg>
        <pc:spChg chg="add del">
          <ac:chgData name="Isiaka, Afolabi Abudlazeez Layiwola" userId="4a88748a-ad96-4ab1-9087-86b24d6ebc15" providerId="ADAL" clId="{39DE14BD-6078-4040-B6DD-5D232AEFC05C}" dt="2025-07-22T20:38:28.790" v="3274" actId="26606"/>
          <ac:spMkLst>
            <pc:docMk/>
            <pc:sldMk cId="1465418589" sldId="264"/>
            <ac:spMk id="30" creationId="{EEF92585-7A99-6108-9663-8C59032742EC}"/>
          </ac:spMkLst>
        </pc:spChg>
        <pc:spChg chg="add del">
          <ac:chgData name="Isiaka, Afolabi Abudlazeez Layiwola" userId="4a88748a-ad96-4ab1-9087-86b24d6ebc15" providerId="ADAL" clId="{39DE14BD-6078-4040-B6DD-5D232AEFC05C}" dt="2025-07-23T01:36:00.054" v="3688" actId="26606"/>
          <ac:spMkLst>
            <pc:docMk/>
            <pc:sldMk cId="1465418589" sldId="264"/>
            <ac:spMk id="33" creationId="{5F710FDB-0919-493E-8539-8240C23F1EB2}"/>
          </ac:spMkLst>
        </pc:spChg>
        <pc:spChg chg="add del">
          <ac:chgData name="Isiaka, Afolabi Abudlazeez Layiwola" userId="4a88748a-ad96-4ab1-9087-86b24d6ebc15" providerId="ADAL" clId="{39DE14BD-6078-4040-B6DD-5D232AEFC05C}" dt="2025-07-23T01:35:55.668" v="3684" actId="26606"/>
          <ac:spMkLst>
            <pc:docMk/>
            <pc:sldMk cId="1465418589" sldId="264"/>
            <ac:spMk id="40" creationId="{EEF92585-7A99-6108-9663-8C59032742EC}"/>
          </ac:spMkLst>
        </pc:spChg>
        <pc:spChg chg="add del">
          <ac:chgData name="Isiaka, Afolabi Abudlazeez Layiwola" userId="4a88748a-ad96-4ab1-9087-86b24d6ebc15" providerId="ADAL" clId="{39DE14BD-6078-4040-B6DD-5D232AEFC05C}" dt="2025-07-23T01:35:53.222" v="3681" actId="26606"/>
          <ac:spMkLst>
            <pc:docMk/>
            <pc:sldMk cId="1465418589" sldId="264"/>
            <ac:spMk id="41" creationId="{F68B2C62-7648-4430-90D5-AE0F252AF113}"/>
          </ac:spMkLst>
        </pc:spChg>
        <pc:spChg chg="add del mod">
          <ac:chgData name="Isiaka, Afolabi Abudlazeez Layiwola" userId="4a88748a-ad96-4ab1-9087-86b24d6ebc15" providerId="ADAL" clId="{39DE14BD-6078-4040-B6DD-5D232AEFC05C}" dt="2025-07-23T01:35:55.668" v="3684" actId="26606"/>
          <ac:spMkLst>
            <pc:docMk/>
            <pc:sldMk cId="1465418589" sldId="264"/>
            <ac:spMk id="47" creationId="{9483207C-5777-4387-4CC3-94A81E3561EE}"/>
          </ac:spMkLst>
        </pc:spChg>
        <pc:spChg chg="add del">
          <ac:chgData name="Isiaka, Afolabi Abudlazeez Layiwola" userId="4a88748a-ad96-4ab1-9087-86b24d6ebc15" providerId="ADAL" clId="{39DE14BD-6078-4040-B6DD-5D232AEFC05C}" dt="2025-07-23T01:36:00.037" v="3687" actId="26606"/>
          <ac:spMkLst>
            <pc:docMk/>
            <pc:sldMk cId="1465418589" sldId="264"/>
            <ac:spMk id="49" creationId="{5F710FDB-0919-493E-8539-8240C23F1EB2}"/>
          </ac:spMkLst>
        </pc:spChg>
        <pc:spChg chg="add del mod">
          <ac:chgData name="Isiaka, Afolabi Abudlazeez Layiwola" userId="4a88748a-ad96-4ab1-9087-86b24d6ebc15" providerId="ADAL" clId="{39DE14BD-6078-4040-B6DD-5D232AEFC05C}" dt="2025-07-23T01:36:00.037" v="3687" actId="26606"/>
          <ac:spMkLst>
            <pc:docMk/>
            <pc:sldMk cId="1465418589" sldId="264"/>
            <ac:spMk id="50" creationId="{9483207C-5777-4387-4CC3-94A81E3561EE}"/>
          </ac:spMkLst>
        </pc:spChg>
        <pc:spChg chg="add">
          <ac:chgData name="Isiaka, Afolabi Abudlazeez Layiwola" userId="4a88748a-ad96-4ab1-9087-86b24d6ebc15" providerId="ADAL" clId="{39DE14BD-6078-4040-B6DD-5D232AEFC05C}" dt="2025-07-23T01:36:00.054" v="3688" actId="26606"/>
          <ac:spMkLst>
            <pc:docMk/>
            <pc:sldMk cId="1465418589" sldId="264"/>
            <ac:spMk id="53" creationId="{5F710FDB-0919-493E-8539-8240C23F1EB2}"/>
          </ac:spMkLst>
        </pc:spChg>
        <pc:spChg chg="add mod">
          <ac:chgData name="Isiaka, Afolabi Abudlazeez Layiwola" userId="4a88748a-ad96-4ab1-9087-86b24d6ebc15" providerId="ADAL" clId="{39DE14BD-6078-4040-B6DD-5D232AEFC05C}" dt="2025-07-23T02:33:24.765" v="3969" actId="20577"/>
          <ac:spMkLst>
            <pc:docMk/>
            <pc:sldMk cId="1465418589" sldId="264"/>
            <ac:spMk id="54" creationId="{9483207C-5777-4387-4CC3-94A81E3561EE}"/>
          </ac:spMkLst>
        </pc:spChg>
        <pc:graphicFrameChg chg="add del mod">
          <ac:chgData name="Isiaka, Afolabi Abudlazeez Layiwola" userId="4a88748a-ad96-4ab1-9087-86b24d6ebc15" providerId="ADAL" clId="{39DE14BD-6078-4040-B6DD-5D232AEFC05C}" dt="2025-07-22T21:04:26.647" v="3570" actId="14100"/>
          <ac:graphicFrameMkLst>
            <pc:docMk/>
            <pc:sldMk cId="1465418589" sldId="264"/>
            <ac:graphicFrameMk id="4" creationId="{53A89475-09FC-B2DE-0EBC-3E4283E39D37}"/>
          </ac:graphicFrameMkLst>
        </pc:graphicFrameChg>
        <pc:graphicFrameChg chg="add del">
          <ac:chgData name="Isiaka, Afolabi Abudlazeez Layiwola" userId="4a88748a-ad96-4ab1-9087-86b24d6ebc15" providerId="ADAL" clId="{39DE14BD-6078-4040-B6DD-5D232AEFC05C}" dt="2025-07-23T01:35:53.222" v="3681" actId="26606"/>
          <ac:graphicFrameMkLst>
            <pc:docMk/>
            <pc:sldMk cId="1465418589" sldId="264"/>
            <ac:graphicFrameMk id="37" creationId="{9E41F844-176C-5947-018D-63540F0D082F}"/>
          </ac:graphicFrameMkLst>
        </pc:graphicFrameChg>
        <pc:cxnChg chg="add del">
          <ac:chgData name="Isiaka, Afolabi Abudlazeez Layiwola" userId="4a88748a-ad96-4ab1-9087-86b24d6ebc15" providerId="ADAL" clId="{39DE14BD-6078-4040-B6DD-5D232AEFC05C}" dt="2025-07-22T20:36:50.675" v="3236" actId="26606"/>
          <ac:cxnSpMkLst>
            <pc:docMk/>
            <pc:sldMk cId="1465418589" sldId="264"/>
            <ac:cxnSpMk id="10" creationId="{78F0A063-5253-8DF5-3B7B-12FE096705F1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38:28.822" v="3275" actId="26606"/>
          <ac:cxnSpMkLst>
            <pc:docMk/>
            <pc:sldMk cId="1465418589" sldId="264"/>
            <ac:cxnSpMk id="17" creationId="{0AFF0B6C-73E2-4B40-9280-938C14922C87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38:26.239" v="3269" actId="26606"/>
          <ac:cxnSpMkLst>
            <pc:docMk/>
            <pc:sldMk cId="1465418589" sldId="264"/>
            <ac:cxnSpMk id="24" creationId="{0AFF0B6C-73E2-4B40-9280-938C14922C87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38:27.530" v="3271" actId="26606"/>
          <ac:cxnSpMkLst>
            <pc:docMk/>
            <pc:sldMk cId="1465418589" sldId="264"/>
            <ac:cxnSpMk id="26" creationId="{872AE332-6ACA-45BE-875F-91A291D4A40D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38:27.530" v="3271" actId="26606"/>
          <ac:cxnSpMkLst>
            <pc:docMk/>
            <pc:sldMk cId="1465418589" sldId="264"/>
            <ac:cxnSpMk id="28" creationId="{22F20000-FD86-48F6-9363-FEC90C932DCD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38:28.790" v="3274" actId="26606"/>
          <ac:cxnSpMkLst>
            <pc:docMk/>
            <pc:sldMk cId="1465418589" sldId="264"/>
            <ac:cxnSpMk id="31" creationId="{78F0A063-5253-8DF5-3B7B-12FE096705F1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6:00.054" v="3688" actId="26606"/>
          <ac:cxnSpMkLst>
            <pc:docMk/>
            <pc:sldMk cId="1465418589" sldId="264"/>
            <ac:cxnSpMk id="34" creationId="{22F20000-FD86-48F6-9363-FEC90C932DCD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6:00.054" v="3688" actId="26606"/>
          <ac:cxnSpMkLst>
            <pc:docMk/>
            <pc:sldMk cId="1465418589" sldId="264"/>
            <ac:cxnSpMk id="35" creationId="{872AE332-6ACA-45BE-875F-91A291D4A40D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5:55.668" v="3684" actId="26606"/>
          <ac:cxnSpMkLst>
            <pc:docMk/>
            <pc:sldMk cId="1465418589" sldId="264"/>
            <ac:cxnSpMk id="42" creationId="{78F0A063-5253-8DF5-3B7B-12FE096705F1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5:53.222" v="3681" actId="26606"/>
          <ac:cxnSpMkLst>
            <pc:docMk/>
            <pc:sldMk cId="1465418589" sldId="264"/>
            <ac:cxnSpMk id="43" creationId="{B75B4F83-6FDB-4998-8E11-31CE6E7040B7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5:53.222" v="3681" actId="26606"/>
          <ac:cxnSpMkLst>
            <pc:docMk/>
            <pc:sldMk cId="1465418589" sldId="264"/>
            <ac:cxnSpMk id="45" creationId="{B0794B99-5B9D-4B94-9505-1EDED76CD61F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6:00.037" v="3687" actId="26606"/>
          <ac:cxnSpMkLst>
            <pc:docMk/>
            <pc:sldMk cId="1465418589" sldId="264"/>
            <ac:cxnSpMk id="51" creationId="{033715A5-8048-453E-A44A-0F17BBB481A4}"/>
          </ac:cxnSpMkLst>
        </pc:cxnChg>
        <pc:cxnChg chg="add">
          <ac:chgData name="Isiaka, Afolabi Abudlazeez Layiwola" userId="4a88748a-ad96-4ab1-9087-86b24d6ebc15" providerId="ADAL" clId="{39DE14BD-6078-4040-B6DD-5D232AEFC05C}" dt="2025-07-23T01:36:00.054" v="3688" actId="26606"/>
          <ac:cxnSpMkLst>
            <pc:docMk/>
            <pc:sldMk cId="1465418589" sldId="264"/>
            <ac:cxnSpMk id="55" creationId="{0AFF0B6C-73E2-4B40-9280-938C14922C87}"/>
          </ac:cxnSpMkLst>
        </pc:cxnChg>
      </pc:sldChg>
      <pc:sldChg chg="addSp delSp modSp new mod setBg modAnim">
        <pc:chgData name="Isiaka, Afolabi Abudlazeez Layiwola" userId="4a88748a-ad96-4ab1-9087-86b24d6ebc15" providerId="ADAL" clId="{39DE14BD-6078-4040-B6DD-5D232AEFC05C}" dt="2025-07-23T01:41:05.753" v="3734"/>
        <pc:sldMkLst>
          <pc:docMk/>
          <pc:sldMk cId="3208329147" sldId="265"/>
        </pc:sldMkLst>
        <pc:spChg chg="mod">
          <ac:chgData name="Isiaka, Afolabi Abudlazeez Layiwola" userId="4a88748a-ad96-4ab1-9087-86b24d6ebc15" providerId="ADAL" clId="{39DE14BD-6078-4040-B6DD-5D232AEFC05C}" dt="2025-07-23T01:36:37.544" v="3691" actId="2711"/>
          <ac:spMkLst>
            <pc:docMk/>
            <pc:sldMk cId="3208329147" sldId="265"/>
            <ac:spMk id="2" creationId="{06EF2B01-4061-9264-3F13-6551B9F95C91}"/>
          </ac:spMkLst>
        </pc:spChg>
        <pc:spChg chg="del mod">
          <ac:chgData name="Isiaka, Afolabi Abudlazeez Layiwola" userId="4a88748a-ad96-4ab1-9087-86b24d6ebc15" providerId="ADAL" clId="{39DE14BD-6078-4040-B6DD-5D232AEFC05C}" dt="2025-07-22T20:50:45.757" v="3318" actId="3680"/>
          <ac:spMkLst>
            <pc:docMk/>
            <pc:sldMk cId="3208329147" sldId="265"/>
            <ac:spMk id="3" creationId="{6DC00037-528D-D94E-AE16-148F26E48122}"/>
          </ac:spMkLst>
        </pc:spChg>
        <pc:spChg chg="add del">
          <ac:chgData name="Isiaka, Afolabi Abudlazeez Layiwola" userId="4a88748a-ad96-4ab1-9087-86b24d6ebc15" providerId="ADAL" clId="{39DE14BD-6078-4040-B6DD-5D232AEFC05C}" dt="2025-07-23T01:31:09.374" v="3621" actId="26606"/>
          <ac:spMkLst>
            <pc:docMk/>
            <pc:sldMk cId="3208329147" sldId="265"/>
            <ac:spMk id="13" creationId="{33E93247-6229-44AB-A550-739E971E690B}"/>
          </ac:spMkLst>
        </pc:spChg>
        <pc:spChg chg="add del">
          <ac:chgData name="Isiaka, Afolabi Abudlazeez Layiwola" userId="4a88748a-ad96-4ab1-9087-86b24d6ebc15" providerId="ADAL" clId="{39DE14BD-6078-4040-B6DD-5D232AEFC05C}" dt="2025-07-23T01:31:11.340" v="3623" actId="26606"/>
          <ac:spMkLst>
            <pc:docMk/>
            <pc:sldMk cId="3208329147" sldId="265"/>
            <ac:spMk id="19" creationId="{33E93247-6229-44AB-A550-739E971E690B}"/>
          </ac:spMkLst>
        </pc:spChg>
        <pc:spChg chg="add del">
          <ac:chgData name="Isiaka, Afolabi Abudlazeez Layiwola" userId="4a88748a-ad96-4ab1-9087-86b24d6ebc15" providerId="ADAL" clId="{39DE14BD-6078-4040-B6DD-5D232AEFC05C}" dt="2025-07-23T01:31:14.433" v="3625" actId="26606"/>
          <ac:spMkLst>
            <pc:docMk/>
            <pc:sldMk cId="3208329147" sldId="265"/>
            <ac:spMk id="24" creationId="{33E93247-6229-44AB-A550-739E971E690B}"/>
          </ac:spMkLst>
        </pc:spChg>
        <pc:spChg chg="add">
          <ac:chgData name="Isiaka, Afolabi Abudlazeez Layiwola" userId="4a88748a-ad96-4ab1-9087-86b24d6ebc15" providerId="ADAL" clId="{39DE14BD-6078-4040-B6DD-5D232AEFC05C}" dt="2025-07-23T01:31:14.445" v="3626" actId="26606"/>
          <ac:spMkLst>
            <pc:docMk/>
            <pc:sldMk cId="3208329147" sldId="265"/>
            <ac:spMk id="27" creationId="{F68B2C62-7648-4430-90D5-AE0F252AF113}"/>
          </ac:spMkLst>
        </pc:spChg>
        <pc:graphicFrameChg chg="add mod ord modGraphic">
          <ac:chgData name="Isiaka, Afolabi Abudlazeez Layiwola" userId="4a88748a-ad96-4ab1-9087-86b24d6ebc15" providerId="ADAL" clId="{39DE14BD-6078-4040-B6DD-5D232AEFC05C}" dt="2025-07-23T01:36:22.426" v="3690" actId="2711"/>
          <ac:graphicFrameMkLst>
            <pc:docMk/>
            <pc:sldMk cId="3208329147" sldId="265"/>
            <ac:graphicFrameMk id="4" creationId="{A1E41FAF-907E-CED7-4A21-009A0C46FDCB}"/>
          </ac:graphicFrameMkLst>
        </pc:graphicFrameChg>
        <pc:cxnChg chg="add del">
          <ac:chgData name="Isiaka, Afolabi Abudlazeez Layiwola" userId="4a88748a-ad96-4ab1-9087-86b24d6ebc15" providerId="ADAL" clId="{39DE14BD-6078-4040-B6DD-5D232AEFC05C}" dt="2025-07-23T01:31:09.374" v="3621" actId="26606"/>
          <ac:cxnSpMkLst>
            <pc:docMk/>
            <pc:sldMk cId="3208329147" sldId="265"/>
            <ac:cxnSpMk id="9" creationId="{F64F9B95-9045-48D2-B9F3-2927E98F54AA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09.374" v="3621" actId="26606"/>
          <ac:cxnSpMkLst>
            <pc:docMk/>
            <pc:sldMk cId="3208329147" sldId="265"/>
            <ac:cxnSpMk id="11" creationId="{085AA86F-6A4D-4BCB-A045-D992CDC2959B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09.374" v="3621" actId="26606"/>
          <ac:cxnSpMkLst>
            <pc:docMk/>
            <pc:sldMk cId="3208329147" sldId="265"/>
            <ac:cxnSpMk id="15" creationId="{EE2E603F-4A95-4FE8-BB06-211DFD75DBEF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11.340" v="3623" actId="26606"/>
          <ac:cxnSpMkLst>
            <pc:docMk/>
            <pc:sldMk cId="3208329147" sldId="265"/>
            <ac:cxnSpMk id="17" creationId="{F64F9B95-9045-48D2-B9F3-2927E98F54AA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11.340" v="3623" actId="26606"/>
          <ac:cxnSpMkLst>
            <pc:docMk/>
            <pc:sldMk cId="3208329147" sldId="265"/>
            <ac:cxnSpMk id="18" creationId="{085AA86F-6A4D-4BCB-A045-D992CDC2959B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11.340" v="3623" actId="26606"/>
          <ac:cxnSpMkLst>
            <pc:docMk/>
            <pc:sldMk cId="3208329147" sldId="265"/>
            <ac:cxnSpMk id="20" creationId="{EE2E603F-4A95-4FE8-BB06-211DFD75DBEF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14.433" v="3625" actId="26606"/>
          <ac:cxnSpMkLst>
            <pc:docMk/>
            <pc:sldMk cId="3208329147" sldId="265"/>
            <ac:cxnSpMk id="22" creationId="{F64F9B95-9045-48D2-B9F3-2927E98F54AA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14.433" v="3625" actId="26606"/>
          <ac:cxnSpMkLst>
            <pc:docMk/>
            <pc:sldMk cId="3208329147" sldId="265"/>
            <ac:cxnSpMk id="23" creationId="{085AA86F-6A4D-4BCB-A045-D992CDC2959B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14.433" v="3625" actId="26606"/>
          <ac:cxnSpMkLst>
            <pc:docMk/>
            <pc:sldMk cId="3208329147" sldId="265"/>
            <ac:cxnSpMk id="25" creationId="{EE2E603F-4A95-4FE8-BB06-211DFD75DBEF}"/>
          </ac:cxnSpMkLst>
        </pc:cxnChg>
        <pc:cxnChg chg="add">
          <ac:chgData name="Isiaka, Afolabi Abudlazeez Layiwola" userId="4a88748a-ad96-4ab1-9087-86b24d6ebc15" providerId="ADAL" clId="{39DE14BD-6078-4040-B6DD-5D232AEFC05C}" dt="2025-07-23T01:31:14.445" v="3626" actId="26606"/>
          <ac:cxnSpMkLst>
            <pc:docMk/>
            <pc:sldMk cId="3208329147" sldId="265"/>
            <ac:cxnSpMk id="28" creationId="{AAD0195E-7F27-4D06-9427-0C121D721A14}"/>
          </ac:cxnSpMkLst>
        </pc:cxnChg>
        <pc:cxnChg chg="add">
          <ac:chgData name="Isiaka, Afolabi Abudlazeez Layiwola" userId="4a88748a-ad96-4ab1-9087-86b24d6ebc15" providerId="ADAL" clId="{39DE14BD-6078-4040-B6DD-5D232AEFC05C}" dt="2025-07-23T01:31:14.445" v="3626" actId="26606"/>
          <ac:cxnSpMkLst>
            <pc:docMk/>
            <pc:sldMk cId="3208329147" sldId="265"/>
            <ac:cxnSpMk id="29" creationId="{9D74C2FC-3228-4FC1-B97B-87AD35508D91}"/>
          </ac:cxnSpMkLst>
        </pc:cxnChg>
      </pc:sldChg>
      <pc:sldChg chg="addSp delSp modSp new mod ord">
        <pc:chgData name="Isiaka, Afolabi Abudlazeez Layiwola" userId="4a88748a-ad96-4ab1-9087-86b24d6ebc15" providerId="ADAL" clId="{39DE14BD-6078-4040-B6DD-5D232AEFC05C}" dt="2025-07-23T02:04:33.829" v="3859"/>
        <pc:sldMkLst>
          <pc:docMk/>
          <pc:sldMk cId="2006144124" sldId="266"/>
        </pc:sldMkLst>
        <pc:spChg chg="mod">
          <ac:chgData name="Isiaka, Afolabi Abudlazeez Layiwola" userId="4a88748a-ad96-4ab1-9087-86b24d6ebc15" providerId="ADAL" clId="{39DE14BD-6078-4040-B6DD-5D232AEFC05C}" dt="2025-07-23T02:02:47.792" v="3853" actId="255"/>
          <ac:spMkLst>
            <pc:docMk/>
            <pc:sldMk cId="2006144124" sldId="266"/>
            <ac:spMk id="2" creationId="{A3A5305A-7A8E-6405-F0FC-432602D94C18}"/>
          </ac:spMkLst>
        </pc:spChg>
        <pc:spChg chg="del">
          <ac:chgData name="Isiaka, Afolabi Abudlazeez Layiwola" userId="4a88748a-ad96-4ab1-9087-86b24d6ebc15" providerId="ADAL" clId="{39DE14BD-6078-4040-B6DD-5D232AEFC05C}" dt="2025-07-23T01:59:17.753" v="3784" actId="1957"/>
          <ac:spMkLst>
            <pc:docMk/>
            <pc:sldMk cId="2006144124" sldId="266"/>
            <ac:spMk id="3" creationId="{A42CFE1B-02D1-6BAB-0C95-14A7B102BC93}"/>
          </ac:spMkLst>
        </pc:spChg>
        <pc:graphicFrameChg chg="add mod">
          <ac:chgData name="Isiaka, Afolabi Abudlazeez Layiwola" userId="4a88748a-ad96-4ab1-9087-86b24d6ebc15" providerId="ADAL" clId="{39DE14BD-6078-4040-B6DD-5D232AEFC05C}" dt="2025-07-23T02:01:25.313" v="3798" actId="14100"/>
          <ac:graphicFrameMkLst>
            <pc:docMk/>
            <pc:sldMk cId="2006144124" sldId="266"/>
            <ac:graphicFrameMk id="6" creationId="{50A8BE40-2602-CAD0-1D01-023C92C9BBC5}"/>
          </ac:graphicFrameMkLst>
        </pc:graphicFrameChg>
      </pc:sldChg>
      <pc:sldChg chg="addSp delSp modSp new del">
        <pc:chgData name="Isiaka, Afolabi Abudlazeez Layiwola" userId="4a88748a-ad96-4ab1-9087-86b24d6ebc15" providerId="ADAL" clId="{39DE14BD-6078-4040-B6DD-5D232AEFC05C}" dt="2025-07-23T01:50:40.690" v="3747" actId="47"/>
        <pc:sldMkLst>
          <pc:docMk/>
          <pc:sldMk cId="2588164824" sldId="266"/>
        </pc:sldMkLst>
        <pc:spChg chg="add del">
          <ac:chgData name="Isiaka, Afolabi Abudlazeez Layiwola" userId="4a88748a-ad96-4ab1-9087-86b24d6ebc15" providerId="ADAL" clId="{39DE14BD-6078-4040-B6DD-5D232AEFC05C}" dt="2025-07-23T01:49:41.036" v="3745"/>
          <ac:spMkLst>
            <pc:docMk/>
            <pc:sldMk cId="2588164824" sldId="266"/>
            <ac:spMk id="3" creationId="{308AC22E-01A0-F4CD-21D7-CE6BB34B15DC}"/>
          </ac:spMkLst>
        </pc:spChg>
        <pc:graphicFrameChg chg="add mod">
          <ac:chgData name="Isiaka, Afolabi Abudlazeez Layiwola" userId="4a88748a-ad96-4ab1-9087-86b24d6ebc15" providerId="ADAL" clId="{39DE14BD-6078-4040-B6DD-5D232AEFC05C}" dt="2025-07-23T01:49:30.061" v="3744"/>
          <ac:graphicFrameMkLst>
            <pc:docMk/>
            <pc:sldMk cId="2588164824" sldId="266"/>
            <ac:graphicFrameMk id="6" creationId="{E3EEC248-5932-A977-F17E-0D62FE80A82A}"/>
          </ac:graphicFrameMkLst>
        </pc:graphicFrameChg>
        <pc:graphicFrameChg chg="add mod">
          <ac:chgData name="Isiaka, Afolabi Abudlazeez Layiwola" userId="4a88748a-ad96-4ab1-9087-86b24d6ebc15" providerId="ADAL" clId="{39DE14BD-6078-4040-B6DD-5D232AEFC05C}" dt="2025-07-23T01:50:12.068" v="3746"/>
          <ac:graphicFrameMkLst>
            <pc:docMk/>
            <pc:sldMk cId="2588164824" sldId="266"/>
            <ac:graphicFrameMk id="7" creationId="{CBE7A957-6013-8E23-21D8-E94DD4AE8D64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0111161700187E-2"/>
          <c:y val="2.3454941646725399E-2"/>
          <c:w val="0.90792281046468082"/>
          <c:h val="0.591688568640295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Registration Count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Sheet1!$A$2:$A$52</c:f>
              <c:strCache>
                <c:ptCount val="51"/>
                <c:pt idx="0">
                  <c:v>Alabama</c:v>
                </c:pt>
                <c:pt idx="1">
                  <c:v>Alaska</c:v>
                </c:pt>
                <c:pt idx="2">
                  <c:v>Arizona</c:v>
                </c:pt>
                <c:pt idx="3">
                  <c:v>Arkansas</c:v>
                </c:pt>
                <c:pt idx="4">
                  <c:v>California</c:v>
                </c:pt>
                <c:pt idx="5">
                  <c:v>Colorado</c:v>
                </c:pt>
                <c:pt idx="6">
                  <c:v>Connecticut</c:v>
                </c:pt>
                <c:pt idx="7">
                  <c:v>Delaware</c:v>
                </c:pt>
                <c:pt idx="8">
                  <c:v>District of Columbia</c:v>
                </c:pt>
                <c:pt idx="9">
                  <c:v>Florida</c:v>
                </c:pt>
                <c:pt idx="10">
                  <c:v>Georgia</c:v>
                </c:pt>
                <c:pt idx="11">
                  <c:v>Hawaii</c:v>
                </c:pt>
                <c:pt idx="12">
                  <c:v>Idaho</c:v>
                </c:pt>
                <c:pt idx="13">
                  <c:v>Illinois</c:v>
                </c:pt>
                <c:pt idx="14">
                  <c:v>Indiana</c:v>
                </c:pt>
                <c:pt idx="15">
                  <c:v>Iowa</c:v>
                </c:pt>
                <c:pt idx="16">
                  <c:v>Kansas</c:v>
                </c:pt>
                <c:pt idx="17">
                  <c:v>Kentucky</c:v>
                </c:pt>
                <c:pt idx="18">
                  <c:v>Louisiana</c:v>
                </c:pt>
                <c:pt idx="19">
                  <c:v>Maine</c:v>
                </c:pt>
                <c:pt idx="20">
                  <c:v>Maryland</c:v>
                </c:pt>
                <c:pt idx="21">
                  <c:v>Massachusetts</c:v>
                </c:pt>
                <c:pt idx="22">
                  <c:v>Michigan</c:v>
                </c:pt>
                <c:pt idx="23">
                  <c:v>Minnesota</c:v>
                </c:pt>
                <c:pt idx="24">
                  <c:v>Mississippi</c:v>
                </c:pt>
                <c:pt idx="25">
                  <c:v>Missouri</c:v>
                </c:pt>
                <c:pt idx="26">
                  <c:v>Montana</c:v>
                </c:pt>
                <c:pt idx="27">
                  <c:v>Nebraska</c:v>
                </c:pt>
                <c:pt idx="28">
                  <c:v>Nevada</c:v>
                </c:pt>
                <c:pt idx="29">
                  <c:v>New Hampshire</c:v>
                </c:pt>
                <c:pt idx="30">
                  <c:v>New Jersey</c:v>
                </c:pt>
                <c:pt idx="31">
                  <c:v>New Mexico</c:v>
                </c:pt>
                <c:pt idx="32">
                  <c:v>New York</c:v>
                </c:pt>
                <c:pt idx="33">
                  <c:v>North Carolina</c:v>
                </c:pt>
                <c:pt idx="34">
                  <c:v>North Dakota</c:v>
                </c:pt>
                <c:pt idx="35">
                  <c:v>Ohio</c:v>
                </c:pt>
                <c:pt idx="36">
                  <c:v>Oklahoma</c:v>
                </c:pt>
                <c:pt idx="37">
                  <c:v>Oregon</c:v>
                </c:pt>
                <c:pt idx="38">
                  <c:v>Pennsylvania</c:v>
                </c:pt>
                <c:pt idx="39">
                  <c:v>Rhode Island</c:v>
                </c:pt>
                <c:pt idx="40">
                  <c:v>South Carolina</c:v>
                </c:pt>
                <c:pt idx="41">
                  <c:v>South Dakota</c:v>
                </c:pt>
                <c:pt idx="42">
                  <c:v>Tennessee</c:v>
                </c:pt>
                <c:pt idx="43">
                  <c:v>Texas</c:v>
                </c:pt>
                <c:pt idx="44">
                  <c:v>Utah</c:v>
                </c:pt>
                <c:pt idx="45">
                  <c:v>Vermont</c:v>
                </c:pt>
                <c:pt idx="46">
                  <c:v>Virginia</c:v>
                </c:pt>
                <c:pt idx="47">
                  <c:v>Washington</c:v>
                </c:pt>
                <c:pt idx="48">
                  <c:v>West Virginia</c:v>
                </c:pt>
                <c:pt idx="49">
                  <c:v>Wisconsin</c:v>
                </c:pt>
                <c:pt idx="50">
                  <c:v>Wyoming</c:v>
                </c:pt>
              </c:strCache>
            </c:strRef>
          </c:cat>
          <c:val>
            <c:numRef>
              <c:f>Sheet1!$B$2:$B$52</c:f>
              <c:numCache>
                <c:formatCode>#,##0</c:formatCode>
                <c:ptCount val="51"/>
                <c:pt idx="0">
                  <c:v>13047</c:v>
                </c:pt>
                <c:pt idx="1">
                  <c:v>2697</c:v>
                </c:pt>
                <c:pt idx="2">
                  <c:v>89798</c:v>
                </c:pt>
                <c:pt idx="3">
                  <c:v>7108</c:v>
                </c:pt>
                <c:pt idx="4">
                  <c:v>1256646</c:v>
                </c:pt>
                <c:pt idx="5">
                  <c:v>90083</c:v>
                </c:pt>
                <c:pt idx="6">
                  <c:v>31557</c:v>
                </c:pt>
                <c:pt idx="7">
                  <c:v>8435</c:v>
                </c:pt>
                <c:pt idx="8">
                  <c:v>8066</c:v>
                </c:pt>
                <c:pt idx="9">
                  <c:v>254878</c:v>
                </c:pt>
                <c:pt idx="10">
                  <c:v>92368</c:v>
                </c:pt>
                <c:pt idx="11">
                  <c:v>25565</c:v>
                </c:pt>
                <c:pt idx="12">
                  <c:v>8501</c:v>
                </c:pt>
                <c:pt idx="13">
                  <c:v>99573</c:v>
                </c:pt>
                <c:pt idx="14">
                  <c:v>26101</c:v>
                </c:pt>
                <c:pt idx="15">
                  <c:v>9031</c:v>
                </c:pt>
                <c:pt idx="16">
                  <c:v>11271</c:v>
                </c:pt>
                <c:pt idx="17">
                  <c:v>11617</c:v>
                </c:pt>
                <c:pt idx="18">
                  <c:v>8150</c:v>
                </c:pt>
                <c:pt idx="19">
                  <c:v>7377</c:v>
                </c:pt>
                <c:pt idx="20">
                  <c:v>72139</c:v>
                </c:pt>
                <c:pt idx="21">
                  <c:v>73768</c:v>
                </c:pt>
                <c:pt idx="22">
                  <c:v>50284</c:v>
                </c:pt>
                <c:pt idx="23">
                  <c:v>37050</c:v>
                </c:pt>
                <c:pt idx="24">
                  <c:v>3590</c:v>
                </c:pt>
                <c:pt idx="25">
                  <c:v>26861</c:v>
                </c:pt>
                <c:pt idx="26">
                  <c:v>4608</c:v>
                </c:pt>
                <c:pt idx="27">
                  <c:v>6920</c:v>
                </c:pt>
                <c:pt idx="28">
                  <c:v>47361</c:v>
                </c:pt>
                <c:pt idx="29">
                  <c:v>9861</c:v>
                </c:pt>
                <c:pt idx="30">
                  <c:v>134753</c:v>
                </c:pt>
                <c:pt idx="31">
                  <c:v>10276</c:v>
                </c:pt>
                <c:pt idx="32">
                  <c:v>131250</c:v>
                </c:pt>
                <c:pt idx="33">
                  <c:v>70164</c:v>
                </c:pt>
                <c:pt idx="34">
                  <c:v>959</c:v>
                </c:pt>
                <c:pt idx="35">
                  <c:v>50393</c:v>
                </c:pt>
                <c:pt idx="36">
                  <c:v>22843</c:v>
                </c:pt>
                <c:pt idx="37">
                  <c:v>64361</c:v>
                </c:pt>
                <c:pt idx="38">
                  <c:v>70154</c:v>
                </c:pt>
                <c:pt idx="39">
                  <c:v>6396</c:v>
                </c:pt>
                <c:pt idx="40">
                  <c:v>20873</c:v>
                </c:pt>
                <c:pt idx="41">
                  <c:v>1675</c:v>
                </c:pt>
                <c:pt idx="42">
                  <c:v>33221</c:v>
                </c:pt>
                <c:pt idx="43">
                  <c:v>230125</c:v>
                </c:pt>
                <c:pt idx="44">
                  <c:v>39998</c:v>
                </c:pt>
                <c:pt idx="45">
                  <c:v>7816</c:v>
                </c:pt>
                <c:pt idx="46">
                  <c:v>84936</c:v>
                </c:pt>
                <c:pt idx="47">
                  <c:v>152101</c:v>
                </c:pt>
                <c:pt idx="48">
                  <c:v>2758</c:v>
                </c:pt>
                <c:pt idx="49">
                  <c:v>24943</c:v>
                </c:pt>
                <c:pt idx="50">
                  <c:v>1139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C-48C1-AA50-DB616E1946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33516624"/>
        <c:axId val="1133517104"/>
      </c:barChart>
      <c:catAx>
        <c:axId val="11335166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517104"/>
        <c:crosses val="autoZero"/>
        <c:auto val="1"/>
        <c:lblAlgn val="ctr"/>
        <c:lblOffset val="100"/>
        <c:noMultiLvlLbl val="0"/>
      </c:catAx>
      <c:valAx>
        <c:axId val="1133517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516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ln(EV/Revenu)</c:v>
                </c:pt>
              </c:strCache>
            </c:strRef>
          </c:tx>
          <c:spPr>
            <a:solidFill>
              <a:srgbClr val="FF9900"/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7"/>
                <c:pt idx="0">
                  <c:v>Cenntro</c:v>
                </c:pt>
                <c:pt idx="1">
                  <c:v>Carbon Revolution</c:v>
                </c:pt>
                <c:pt idx="2">
                  <c:v>ServiceTitan, Inc.</c:v>
                </c:pt>
                <c:pt idx="3">
                  <c:v>Chijet Motor Company</c:v>
                </c:pt>
                <c:pt idx="4">
                  <c:v>ChargePoint Holdings, Inc.</c:v>
                </c:pt>
                <c:pt idx="5">
                  <c:v>Nu Ride</c:v>
                </c:pt>
                <c:pt idx="6">
                  <c:v>Nikola</c:v>
                </c:pt>
                <c:pt idx="7">
                  <c:v>Nextracker Inc.</c:v>
                </c:pt>
                <c:pt idx="8">
                  <c:v>Sunrun Inc.</c:v>
                </c:pt>
                <c:pt idx="9">
                  <c:v>TVS Motor Company</c:v>
                </c:pt>
                <c:pt idx="10">
                  <c:v>Samsara Inc.</c:v>
                </c:pt>
                <c:pt idx="11">
                  <c:v>Karooooo Ltd.</c:v>
                </c:pt>
                <c:pt idx="12">
                  <c:v>BYD Company</c:v>
                </c:pt>
                <c:pt idx="13">
                  <c:v>Volkswagen Group</c:v>
                </c:pt>
                <c:pt idx="14">
                  <c:v>Siemens Aktiengesellschaft</c:v>
                </c:pt>
                <c:pt idx="15">
                  <c:v>Tesla, Inc.</c:v>
                </c:pt>
                <c:pt idx="16">
                  <c:v>Mullen Automotive</c:v>
                </c:pt>
              </c:strCache>
              <c:extLst/>
            </c:strRef>
          </c:cat>
          <c:val>
            <c:numRef>
              <c:f>Sheet1!$B$2:$B$20</c:f>
              <c:numCache>
                <c:formatCode>General</c:formatCode>
                <c:ptCount val="18"/>
                <c:pt idx="0">
                  <c:v>5.9109505554377053</c:v>
                </c:pt>
                <c:pt idx="1">
                  <c:v>6.5475827491818333</c:v>
                </c:pt>
                <c:pt idx="2">
                  <c:v>8.0664990666660863</c:v>
                </c:pt>
                <c:pt idx="3">
                  <c:v>8.8647046604655504</c:v>
                </c:pt>
                <c:pt idx="4">
                  <c:v>8.9245127658735086</c:v>
                </c:pt>
                <c:pt idx="5">
                  <c:v>10.610249396325955</c:v>
                </c:pt>
                <c:pt idx="6">
                  <c:v>17.139746937135151</c:v>
                </c:pt>
                <c:pt idx="7">
                  <c:v>18.142890160068703</c:v>
                </c:pt>
                <c:pt idx="8">
                  <c:v>19.267633934428403</c:v>
                </c:pt>
                <c:pt idx="9">
                  <c:v>20.411583907844445</c:v>
                </c:pt>
                <c:pt idx="10">
                  <c:v>22.730944891380577</c:v>
                </c:pt>
                <c:pt idx="11">
                  <c:v>23.714815845289461</c:v>
                </c:pt>
                <c:pt idx="12">
                  <c:v>25.31923943097491</c:v>
                </c:pt>
                <c:pt idx="13">
                  <c:v>33.516050517946681</c:v>
                </c:pt>
                <c:pt idx="14">
                  <c:v>35.727583713811711</c:v>
                </c:pt>
                <c:pt idx="15">
                  <c:v>38.484261715004607</c:v>
                </c:pt>
                <c:pt idx="16">
                  <c:v>115.82117666095338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96E5-4D2E-AF64-E7BD8314B7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02586896"/>
        <c:axId val="551748640"/>
      </c:barChart>
      <c:catAx>
        <c:axId val="402586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+mn-ea"/>
                <a:cs typeface="+mn-cs"/>
              </a:defRPr>
            </a:pPr>
            <a:endParaRPr lang="en-US"/>
          </a:p>
        </c:txPr>
        <c:crossAx val="551748640"/>
        <c:crosses val="autoZero"/>
        <c:auto val="1"/>
        <c:lblAlgn val="ctr"/>
        <c:lblOffset val="100"/>
        <c:noMultiLvlLbl val="0"/>
      </c:catAx>
      <c:valAx>
        <c:axId val="55174864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Ln(EV/Revenue)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2586896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ln w="28575" cap="rnd">
              <a:solidFill>
                <a:srgbClr val="FF99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Sheet1!$A$2:$A$37</c:f>
              <c:numCache>
                <c:formatCode>m/d/yyyy</c:formatCode>
                <c:ptCount val="36"/>
                <c:pt idx="0">
                  <c:v>42825</c:v>
                </c:pt>
                <c:pt idx="1">
                  <c:v>42916</c:v>
                </c:pt>
                <c:pt idx="2">
                  <c:v>43008</c:v>
                </c:pt>
                <c:pt idx="3">
                  <c:v>43100</c:v>
                </c:pt>
                <c:pt idx="4">
                  <c:v>43190</c:v>
                </c:pt>
                <c:pt idx="5">
                  <c:v>43281</c:v>
                </c:pt>
                <c:pt idx="6">
                  <c:v>43373</c:v>
                </c:pt>
                <c:pt idx="7">
                  <c:v>43465</c:v>
                </c:pt>
                <c:pt idx="8">
                  <c:v>43555</c:v>
                </c:pt>
                <c:pt idx="9">
                  <c:v>43646</c:v>
                </c:pt>
                <c:pt idx="10">
                  <c:v>43738</c:v>
                </c:pt>
                <c:pt idx="11">
                  <c:v>43830</c:v>
                </c:pt>
                <c:pt idx="12">
                  <c:v>43921</c:v>
                </c:pt>
                <c:pt idx="13">
                  <c:v>44012</c:v>
                </c:pt>
                <c:pt idx="14">
                  <c:v>44104</c:v>
                </c:pt>
                <c:pt idx="15">
                  <c:v>44196</c:v>
                </c:pt>
                <c:pt idx="16">
                  <c:v>44286</c:v>
                </c:pt>
                <c:pt idx="17">
                  <c:v>44377</c:v>
                </c:pt>
                <c:pt idx="18">
                  <c:v>44469</c:v>
                </c:pt>
                <c:pt idx="19">
                  <c:v>44561</c:v>
                </c:pt>
                <c:pt idx="20">
                  <c:v>44651</c:v>
                </c:pt>
                <c:pt idx="21">
                  <c:v>44742</c:v>
                </c:pt>
                <c:pt idx="22">
                  <c:v>44834</c:v>
                </c:pt>
                <c:pt idx="23">
                  <c:v>44926</c:v>
                </c:pt>
                <c:pt idx="24">
                  <c:v>45016</c:v>
                </c:pt>
                <c:pt idx="25">
                  <c:v>45107</c:v>
                </c:pt>
                <c:pt idx="26">
                  <c:v>45199</c:v>
                </c:pt>
                <c:pt idx="27">
                  <c:v>45291</c:v>
                </c:pt>
                <c:pt idx="28">
                  <c:v>45382</c:v>
                </c:pt>
                <c:pt idx="29">
                  <c:v>45473</c:v>
                </c:pt>
                <c:pt idx="30">
                  <c:v>45565</c:v>
                </c:pt>
                <c:pt idx="31">
                  <c:v>45657</c:v>
                </c:pt>
                <c:pt idx="32">
                  <c:v>45747</c:v>
                </c:pt>
                <c:pt idx="33">
                  <c:v>45838</c:v>
                </c:pt>
                <c:pt idx="34">
                  <c:v>45930</c:v>
                </c:pt>
                <c:pt idx="35">
                  <c:v>46022</c:v>
                </c:pt>
              </c:numCache>
            </c:numRef>
          </c:cat>
          <c:val>
            <c:numRef>
              <c:f>Sheet1!$C$2:$C$37</c:f>
              <c:numCache>
                <c:formatCode>0.0\x;[Red]\(0.0\x\)</c:formatCode>
                <c:ptCount val="36"/>
                <c:pt idx="0">
                  <c:v>1.7334820683467091</c:v>
                </c:pt>
                <c:pt idx="1">
                  <c:v>2.0173011781161998</c:v>
                </c:pt>
                <c:pt idx="2">
                  <c:v>2.5112453267846737</c:v>
                </c:pt>
                <c:pt idx="3">
                  <c:v>2.7325545950544834</c:v>
                </c:pt>
                <c:pt idx="4">
                  <c:v>2.2952219898610586</c:v>
                </c:pt>
                <c:pt idx="5">
                  <c:v>1.8882025873568535</c:v>
                </c:pt>
                <c:pt idx="6">
                  <c:v>1.8058388623734998</c:v>
                </c:pt>
                <c:pt idx="7">
                  <c:v>1.7794614137117044</c:v>
                </c:pt>
                <c:pt idx="8">
                  <c:v>1.6142384217126375</c:v>
                </c:pt>
                <c:pt idx="9">
                  <c:v>1.5456156473803842</c:v>
                </c:pt>
                <c:pt idx="10">
                  <c:v>1.5428272183956468</c:v>
                </c:pt>
                <c:pt idx="11">
                  <c:v>1.8368298415418496</c:v>
                </c:pt>
                <c:pt idx="12">
                  <c:v>1.5722946378147853</c:v>
                </c:pt>
                <c:pt idx="13">
                  <c:v>2.0963201634659572</c:v>
                </c:pt>
                <c:pt idx="14">
                  <c:v>3.0450192529315956</c:v>
                </c:pt>
                <c:pt idx="15">
                  <c:v>4.3607154434931967</c:v>
                </c:pt>
                <c:pt idx="16">
                  <c:v>11.474454687970846</c:v>
                </c:pt>
                <c:pt idx="17">
                  <c:v>8.8622634886110578</c:v>
                </c:pt>
                <c:pt idx="18">
                  <c:v>5.8299830643553801</c:v>
                </c:pt>
                <c:pt idx="19">
                  <c:v>8.4750565888125315</c:v>
                </c:pt>
                <c:pt idx="20">
                  <c:v>6.8052401885968061</c:v>
                </c:pt>
                <c:pt idx="21">
                  <c:v>7.4553341630226591</c:v>
                </c:pt>
                <c:pt idx="22">
                  <c:v>7.5576030532788776</c:v>
                </c:pt>
                <c:pt idx="23">
                  <c:v>3.3678701355349352</c:v>
                </c:pt>
                <c:pt idx="24">
                  <c:v>2.6912974779784817</c:v>
                </c:pt>
                <c:pt idx="25">
                  <c:v>2.9833691533908602</c:v>
                </c:pt>
                <c:pt idx="26">
                  <c:v>3.1359909751984305</c:v>
                </c:pt>
                <c:pt idx="27">
                  <c:v>3.121296984379466</c:v>
                </c:pt>
                <c:pt idx="28">
                  <c:v>3.2488945249191366</c:v>
                </c:pt>
                <c:pt idx="29">
                  <c:v>4.0460727740591151</c:v>
                </c:pt>
                <c:pt idx="30">
                  <c:v>4.3311652977574617</c:v>
                </c:pt>
                <c:pt idx="31">
                  <c:v>3.3766847700883105</c:v>
                </c:pt>
                <c:pt idx="32">
                  <c:v>2.5408611434609973</c:v>
                </c:pt>
                <c:pt idx="33">
                  <c:v>2.9005341942137295</c:v>
                </c:pt>
                <c:pt idx="34">
                  <c:v>2.9005341942137295</c:v>
                </c:pt>
                <c:pt idx="35">
                  <c:v>2.9005341942137295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41-4DBC-A866-B205022C3D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75957152"/>
        <c:axId val="87595091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Minimum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Sheet1!$A$2:$A$37</c15:sqref>
                        </c15:formulaRef>
                      </c:ext>
                    </c:extLst>
                    <c:numCache>
                      <c:formatCode>m/d/yyyy</c:formatCode>
                      <c:ptCount val="36"/>
                      <c:pt idx="0">
                        <c:v>42825</c:v>
                      </c:pt>
                      <c:pt idx="1">
                        <c:v>42916</c:v>
                      </c:pt>
                      <c:pt idx="2">
                        <c:v>43008</c:v>
                      </c:pt>
                      <c:pt idx="3">
                        <c:v>43100</c:v>
                      </c:pt>
                      <c:pt idx="4">
                        <c:v>43190</c:v>
                      </c:pt>
                      <c:pt idx="5">
                        <c:v>43281</c:v>
                      </c:pt>
                      <c:pt idx="6">
                        <c:v>43373</c:v>
                      </c:pt>
                      <c:pt idx="7">
                        <c:v>43465</c:v>
                      </c:pt>
                      <c:pt idx="8">
                        <c:v>43555</c:v>
                      </c:pt>
                      <c:pt idx="9">
                        <c:v>43646</c:v>
                      </c:pt>
                      <c:pt idx="10">
                        <c:v>43738</c:v>
                      </c:pt>
                      <c:pt idx="11">
                        <c:v>43830</c:v>
                      </c:pt>
                      <c:pt idx="12">
                        <c:v>43921</c:v>
                      </c:pt>
                      <c:pt idx="13">
                        <c:v>44012</c:v>
                      </c:pt>
                      <c:pt idx="14">
                        <c:v>44104</c:v>
                      </c:pt>
                      <c:pt idx="15">
                        <c:v>44196</c:v>
                      </c:pt>
                      <c:pt idx="16">
                        <c:v>44286</c:v>
                      </c:pt>
                      <c:pt idx="17">
                        <c:v>44377</c:v>
                      </c:pt>
                      <c:pt idx="18">
                        <c:v>44469</c:v>
                      </c:pt>
                      <c:pt idx="19">
                        <c:v>44561</c:v>
                      </c:pt>
                      <c:pt idx="20">
                        <c:v>44651</c:v>
                      </c:pt>
                      <c:pt idx="21">
                        <c:v>44742</c:v>
                      </c:pt>
                      <c:pt idx="22">
                        <c:v>44834</c:v>
                      </c:pt>
                      <c:pt idx="23">
                        <c:v>44926</c:v>
                      </c:pt>
                      <c:pt idx="24">
                        <c:v>45016</c:v>
                      </c:pt>
                      <c:pt idx="25">
                        <c:v>45107</c:v>
                      </c:pt>
                      <c:pt idx="26">
                        <c:v>45199</c:v>
                      </c:pt>
                      <c:pt idx="27">
                        <c:v>45291</c:v>
                      </c:pt>
                      <c:pt idx="28">
                        <c:v>45382</c:v>
                      </c:pt>
                      <c:pt idx="29">
                        <c:v>45473</c:v>
                      </c:pt>
                      <c:pt idx="30">
                        <c:v>45565</c:v>
                      </c:pt>
                      <c:pt idx="31">
                        <c:v>45657</c:v>
                      </c:pt>
                      <c:pt idx="32">
                        <c:v>45747</c:v>
                      </c:pt>
                      <c:pt idx="33">
                        <c:v>45838</c:v>
                      </c:pt>
                      <c:pt idx="34">
                        <c:v>45930</c:v>
                      </c:pt>
                      <c:pt idx="35">
                        <c:v>46022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Sheet1!$B$2:$B$37</c15:sqref>
                        </c15:formulaRef>
                      </c:ext>
                    </c:extLst>
                    <c:numCache>
                      <c:formatCode>0.0\x;[Red]\(0.0\x\)</c:formatCode>
                      <c:ptCount val="36"/>
                      <c:pt idx="0">
                        <c:v>0.69300226813163646</c:v>
                      </c:pt>
                      <c:pt idx="1">
                        <c:v>0.72437907883597996</c:v>
                      </c:pt>
                      <c:pt idx="2">
                        <c:v>0.79998974500097797</c:v>
                      </c:pt>
                      <c:pt idx="3">
                        <c:v>0.85846520583232744</c:v>
                      </c:pt>
                      <c:pt idx="4">
                        <c:v>0.87366542646255918</c:v>
                      </c:pt>
                      <c:pt idx="5">
                        <c:v>0.77348154184389728</c:v>
                      </c:pt>
                      <c:pt idx="6">
                        <c:v>0.7719992730518308</c:v>
                      </c:pt>
                      <c:pt idx="7">
                        <c:v>0.75342427651440902</c:v>
                      </c:pt>
                      <c:pt idx="8">
                        <c:v>0.79764574074152861</c:v>
                      </c:pt>
                      <c:pt idx="9">
                        <c:v>0.85574189875642603</c:v>
                      </c:pt>
                      <c:pt idx="10">
                        <c:v>0.88041840591809972</c:v>
                      </c:pt>
                      <c:pt idx="11">
                        <c:v>0.87036632743877573</c:v>
                      </c:pt>
                      <c:pt idx="12">
                        <c:v>0.76778302881264882</c:v>
                      </c:pt>
                      <c:pt idx="13">
                        <c:v>0.84043874399328444</c:v>
                      </c:pt>
                      <c:pt idx="14">
                        <c:v>0.96328497342992858</c:v>
                      </c:pt>
                      <c:pt idx="15">
                        <c:v>1.0129818875024195</c:v>
                      </c:pt>
                      <c:pt idx="16">
                        <c:v>1.2909683056819703</c:v>
                      </c:pt>
                      <c:pt idx="17">
                        <c:v>1.1398635568452689</c:v>
                      </c:pt>
                      <c:pt idx="18">
                        <c:v>0.94340566097583023</c:v>
                      </c:pt>
                      <c:pt idx="19">
                        <c:v>0.93318072652153594</c:v>
                      </c:pt>
                      <c:pt idx="20">
                        <c:v>0.88233560378856601</c:v>
                      </c:pt>
                      <c:pt idx="21">
                        <c:v>0.78735515934491829</c:v>
                      </c:pt>
                      <c:pt idx="22">
                        <c:v>0.77070475819724871</c:v>
                      </c:pt>
                      <c:pt idx="23">
                        <c:v>-5.2409958635505918</c:v>
                      </c:pt>
                      <c:pt idx="24">
                        <c:v>-169.7060824742268</c:v>
                      </c:pt>
                      <c:pt idx="25">
                        <c:v>-287.2927232375979</c:v>
                      </c:pt>
                      <c:pt idx="26">
                        <c:v>-22.727191397000791</c:v>
                      </c:pt>
                      <c:pt idx="27">
                        <c:v>-16.730917916337805</c:v>
                      </c:pt>
                      <c:pt idx="28">
                        <c:v>-11.223652564102563</c:v>
                      </c:pt>
                      <c:pt idx="29">
                        <c:v>0.62141947314781432</c:v>
                      </c:pt>
                      <c:pt idx="30">
                        <c:v>0.61755132724109507</c:v>
                      </c:pt>
                      <c:pt idx="31">
                        <c:v>0.59833471407855321</c:v>
                      </c:pt>
                      <c:pt idx="32">
                        <c:v>0.27692794064658505</c:v>
                      </c:pt>
                      <c:pt idx="33">
                        <c:v>0.63125815624133186</c:v>
                      </c:pt>
                      <c:pt idx="34">
                        <c:v>0.63125815624133186</c:v>
                      </c:pt>
                      <c:pt idx="35">
                        <c:v>0.63125815624133186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CB41-4DBC-A866-B205022C3D9D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Mean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Sheet1!$A$2:$A$37</c15:sqref>
                        </c15:formulaRef>
                      </c:ext>
                    </c:extLst>
                    <c:numCache>
                      <c:formatCode>m/d/yyyy</c:formatCode>
                      <c:ptCount val="36"/>
                      <c:pt idx="0">
                        <c:v>42825</c:v>
                      </c:pt>
                      <c:pt idx="1">
                        <c:v>42916</c:v>
                      </c:pt>
                      <c:pt idx="2">
                        <c:v>43008</c:v>
                      </c:pt>
                      <c:pt idx="3">
                        <c:v>43100</c:v>
                      </c:pt>
                      <c:pt idx="4">
                        <c:v>43190</c:v>
                      </c:pt>
                      <c:pt idx="5">
                        <c:v>43281</c:v>
                      </c:pt>
                      <c:pt idx="6">
                        <c:v>43373</c:v>
                      </c:pt>
                      <c:pt idx="7">
                        <c:v>43465</c:v>
                      </c:pt>
                      <c:pt idx="8">
                        <c:v>43555</c:v>
                      </c:pt>
                      <c:pt idx="9">
                        <c:v>43646</c:v>
                      </c:pt>
                      <c:pt idx="10">
                        <c:v>43738</c:v>
                      </c:pt>
                      <c:pt idx="11">
                        <c:v>43830</c:v>
                      </c:pt>
                      <c:pt idx="12">
                        <c:v>43921</c:v>
                      </c:pt>
                      <c:pt idx="13">
                        <c:v>44012</c:v>
                      </c:pt>
                      <c:pt idx="14">
                        <c:v>44104</c:v>
                      </c:pt>
                      <c:pt idx="15">
                        <c:v>44196</c:v>
                      </c:pt>
                      <c:pt idx="16">
                        <c:v>44286</c:v>
                      </c:pt>
                      <c:pt idx="17">
                        <c:v>44377</c:v>
                      </c:pt>
                      <c:pt idx="18">
                        <c:v>44469</c:v>
                      </c:pt>
                      <c:pt idx="19">
                        <c:v>44561</c:v>
                      </c:pt>
                      <c:pt idx="20">
                        <c:v>44651</c:v>
                      </c:pt>
                      <c:pt idx="21">
                        <c:v>44742</c:v>
                      </c:pt>
                      <c:pt idx="22">
                        <c:v>44834</c:v>
                      </c:pt>
                      <c:pt idx="23">
                        <c:v>44926</c:v>
                      </c:pt>
                      <c:pt idx="24">
                        <c:v>45016</c:v>
                      </c:pt>
                      <c:pt idx="25">
                        <c:v>45107</c:v>
                      </c:pt>
                      <c:pt idx="26">
                        <c:v>45199</c:v>
                      </c:pt>
                      <c:pt idx="27">
                        <c:v>45291</c:v>
                      </c:pt>
                      <c:pt idx="28">
                        <c:v>45382</c:v>
                      </c:pt>
                      <c:pt idx="29">
                        <c:v>45473</c:v>
                      </c:pt>
                      <c:pt idx="30">
                        <c:v>45565</c:v>
                      </c:pt>
                      <c:pt idx="31">
                        <c:v>45657</c:v>
                      </c:pt>
                      <c:pt idx="32">
                        <c:v>45747</c:v>
                      </c:pt>
                      <c:pt idx="33">
                        <c:v>45838</c:v>
                      </c:pt>
                      <c:pt idx="34">
                        <c:v>45930</c:v>
                      </c:pt>
                      <c:pt idx="35">
                        <c:v>46022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Sheet1!$D$2:$D$37</c15:sqref>
                        </c15:formulaRef>
                      </c:ext>
                    </c:extLst>
                    <c:numCache>
                      <c:formatCode>0.0\x;[Red]\(0.0\x\)</c:formatCode>
                      <c:ptCount val="36"/>
                      <c:pt idx="0">
                        <c:v>2.7940378920547757</c:v>
                      </c:pt>
                      <c:pt idx="1">
                        <c:v>3.0604918597054476</c:v>
                      </c:pt>
                      <c:pt idx="2">
                        <c:v>2.9933475665378899</c:v>
                      </c:pt>
                      <c:pt idx="3">
                        <c:v>2.9769313520453839</c:v>
                      </c:pt>
                      <c:pt idx="4">
                        <c:v>2.7475418827256841</c:v>
                      </c:pt>
                      <c:pt idx="5">
                        <c:v>2.8482993330097113</c:v>
                      </c:pt>
                      <c:pt idx="6">
                        <c:v>2.5548236752814506</c:v>
                      </c:pt>
                      <c:pt idx="7">
                        <c:v>2.4019021174022659</c:v>
                      </c:pt>
                      <c:pt idx="8">
                        <c:v>2.1873214553388065</c:v>
                      </c:pt>
                      <c:pt idx="9">
                        <c:v>2.2207148913730577</c:v>
                      </c:pt>
                      <c:pt idx="10">
                        <c:v>2.149512894694499</c:v>
                      </c:pt>
                      <c:pt idx="11">
                        <c:v>2.4278371963517911</c:v>
                      </c:pt>
                      <c:pt idx="12">
                        <c:v>2.3949981079456113</c:v>
                      </c:pt>
                      <c:pt idx="13">
                        <c:v>8490.5391164460034</c:v>
                      </c:pt>
                      <c:pt idx="14">
                        <c:v>2305.7077332070371</c:v>
                      </c:pt>
                      <c:pt idx="15">
                        <c:v>4961.2639418330873</c:v>
                      </c:pt>
                      <c:pt idx="16">
                        <c:v>5949.4951830602313</c:v>
                      </c:pt>
                      <c:pt idx="17">
                        <c:v>19292.908371250105</c:v>
                      </c:pt>
                      <c:pt idx="18">
                        <c:v>407237.52972619329</c:v>
                      </c:pt>
                      <c:pt idx="19">
                        <c:v>345448.0614614354</c:v>
                      </c:pt>
                      <c:pt idx="20">
                        <c:v>18.395133545634753</c:v>
                      </c:pt>
                      <c:pt idx="21">
                        <c:v>87.143540593669726</c:v>
                      </c:pt>
                      <c:pt idx="22">
                        <c:v>12.008926193173659</c:v>
                      </c:pt>
                      <c:pt idx="23">
                        <c:v>5.395723554334003</c:v>
                      </c:pt>
                      <c:pt idx="24">
                        <c:v>-7.5011473613663933</c:v>
                      </c:pt>
                      <c:pt idx="25">
                        <c:v>-11.411270723357889</c:v>
                      </c:pt>
                      <c:pt idx="26">
                        <c:v>5.9363244490307352</c:v>
                      </c:pt>
                      <c:pt idx="27">
                        <c:v>8.5740195978862932</c:v>
                      </c:pt>
                      <c:pt idx="28">
                        <c:v>8.9624446397302506</c:v>
                      </c:pt>
                      <c:pt idx="29">
                        <c:v>8.4586443171045058</c:v>
                      </c:pt>
                      <c:pt idx="30">
                        <c:v>21.230814656290541</c:v>
                      </c:pt>
                      <c:pt idx="31">
                        <c:v>23.130726133272407</c:v>
                      </c:pt>
                      <c:pt idx="32">
                        <c:v>6.7161710536634009</c:v>
                      </c:pt>
                      <c:pt idx="33">
                        <c:v>8.3038920174320836</c:v>
                      </c:pt>
                      <c:pt idx="34">
                        <c:v>8.3038920174320836</c:v>
                      </c:pt>
                      <c:pt idx="35">
                        <c:v>8.3038920174320836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CB41-4DBC-A866-B205022C3D9D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Maximum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Sheet1!$A$2:$A$37</c15:sqref>
                        </c15:formulaRef>
                      </c:ext>
                    </c:extLst>
                    <c:numCache>
                      <c:formatCode>m/d/yyyy</c:formatCode>
                      <c:ptCount val="36"/>
                      <c:pt idx="0">
                        <c:v>42825</c:v>
                      </c:pt>
                      <c:pt idx="1">
                        <c:v>42916</c:v>
                      </c:pt>
                      <c:pt idx="2">
                        <c:v>43008</c:v>
                      </c:pt>
                      <c:pt idx="3">
                        <c:v>43100</c:v>
                      </c:pt>
                      <c:pt idx="4">
                        <c:v>43190</c:v>
                      </c:pt>
                      <c:pt idx="5">
                        <c:v>43281</c:v>
                      </c:pt>
                      <c:pt idx="6">
                        <c:v>43373</c:v>
                      </c:pt>
                      <c:pt idx="7">
                        <c:v>43465</c:v>
                      </c:pt>
                      <c:pt idx="8">
                        <c:v>43555</c:v>
                      </c:pt>
                      <c:pt idx="9">
                        <c:v>43646</c:v>
                      </c:pt>
                      <c:pt idx="10">
                        <c:v>43738</c:v>
                      </c:pt>
                      <c:pt idx="11">
                        <c:v>43830</c:v>
                      </c:pt>
                      <c:pt idx="12">
                        <c:v>43921</c:v>
                      </c:pt>
                      <c:pt idx="13">
                        <c:v>44012</c:v>
                      </c:pt>
                      <c:pt idx="14">
                        <c:v>44104</c:v>
                      </c:pt>
                      <c:pt idx="15">
                        <c:v>44196</c:v>
                      </c:pt>
                      <c:pt idx="16">
                        <c:v>44286</c:v>
                      </c:pt>
                      <c:pt idx="17">
                        <c:v>44377</c:v>
                      </c:pt>
                      <c:pt idx="18">
                        <c:v>44469</c:v>
                      </c:pt>
                      <c:pt idx="19">
                        <c:v>44561</c:v>
                      </c:pt>
                      <c:pt idx="20">
                        <c:v>44651</c:v>
                      </c:pt>
                      <c:pt idx="21">
                        <c:v>44742</c:v>
                      </c:pt>
                      <c:pt idx="22">
                        <c:v>44834</c:v>
                      </c:pt>
                      <c:pt idx="23">
                        <c:v>44926</c:v>
                      </c:pt>
                      <c:pt idx="24">
                        <c:v>45016</c:v>
                      </c:pt>
                      <c:pt idx="25">
                        <c:v>45107</c:v>
                      </c:pt>
                      <c:pt idx="26">
                        <c:v>45199</c:v>
                      </c:pt>
                      <c:pt idx="27">
                        <c:v>45291</c:v>
                      </c:pt>
                      <c:pt idx="28">
                        <c:v>45382</c:v>
                      </c:pt>
                      <c:pt idx="29">
                        <c:v>45473</c:v>
                      </c:pt>
                      <c:pt idx="30">
                        <c:v>45565</c:v>
                      </c:pt>
                      <c:pt idx="31">
                        <c:v>45657</c:v>
                      </c:pt>
                      <c:pt idx="32">
                        <c:v>45747</c:v>
                      </c:pt>
                      <c:pt idx="33">
                        <c:v>45838</c:v>
                      </c:pt>
                      <c:pt idx="34">
                        <c:v>45930</c:v>
                      </c:pt>
                      <c:pt idx="35">
                        <c:v>46022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Sheet1!$E$2:$E$37</c15:sqref>
                        </c15:formulaRef>
                      </c:ext>
                    </c:extLst>
                    <c:numCache>
                      <c:formatCode>0.0\x;[Red]\(0.0\x\)</c:formatCode>
                      <c:ptCount val="36"/>
                      <c:pt idx="0">
                        <c:v>7.3952225460891308</c:v>
                      </c:pt>
                      <c:pt idx="1">
                        <c:v>7.7457743748825933</c:v>
                      </c:pt>
                      <c:pt idx="2">
                        <c:v>6.4466870487463668</c:v>
                      </c:pt>
                      <c:pt idx="3">
                        <c:v>5.7615821610946139</c:v>
                      </c:pt>
                      <c:pt idx="4">
                        <c:v>5.0506940710779622</c:v>
                      </c:pt>
                      <c:pt idx="5">
                        <c:v>5.7061665489090512</c:v>
                      </c:pt>
                      <c:pt idx="6">
                        <c:v>5.4931960203494459</c:v>
                      </c:pt>
                      <c:pt idx="7">
                        <c:v>4.9996368523163808</c:v>
                      </c:pt>
                      <c:pt idx="8">
                        <c:v>5.2302499983552222</c:v>
                      </c:pt>
                      <c:pt idx="9">
                        <c:v>5.7072888836496229</c:v>
                      </c:pt>
                      <c:pt idx="10">
                        <c:v>5.4214022180130046</c:v>
                      </c:pt>
                      <c:pt idx="11">
                        <c:v>5.1270749262074427</c:v>
                      </c:pt>
                      <c:pt idx="12">
                        <c:v>4.9339454831127751</c:v>
                      </c:pt>
                      <c:pt idx="13">
                        <c:v>59413.006930288459</c:v>
                      </c:pt>
                      <c:pt idx="14">
                        <c:v>16100.110840546697</c:v>
                      </c:pt>
                      <c:pt idx="15">
                        <c:v>34674.648230769228</c:v>
                      </c:pt>
                      <c:pt idx="16">
                        <c:v>47496.00634736842</c:v>
                      </c:pt>
                      <c:pt idx="17">
                        <c:v>173517.15054054055</c:v>
                      </c:pt>
                      <c:pt idx="18">
                        <c:v>3665058.6150000002</c:v>
                      </c:pt>
                      <c:pt idx="19">
                        <c:v>3454363.409</c:v>
                      </c:pt>
                      <c:pt idx="20">
                        <c:v>93.916665678515017</c:v>
                      </c:pt>
                      <c:pt idx="21">
                        <c:v>886.37738208797032</c:v>
                      </c:pt>
                      <c:pt idx="22">
                        <c:v>68.390574047250382</c:v>
                      </c:pt>
                      <c:pt idx="23">
                        <c:v>24.737034386155166</c:v>
                      </c:pt>
                      <c:pt idx="24">
                        <c:v>17.423942081447965</c:v>
                      </c:pt>
                      <c:pt idx="25">
                        <c:v>39.406630171779959</c:v>
                      </c:pt>
                      <c:pt idx="26">
                        <c:v>30.3031420088621</c:v>
                      </c:pt>
                      <c:pt idx="27">
                        <c:v>67.490614696485622</c:v>
                      </c:pt>
                      <c:pt idx="28">
                        <c:v>62.46037712460064</c:v>
                      </c:pt>
                      <c:pt idx="29">
                        <c:v>50.293329958873777</c:v>
                      </c:pt>
                      <c:pt idx="30">
                        <c:v>227.29329373443187</c:v>
                      </c:pt>
                      <c:pt idx="31">
                        <c:v>267.53088075621127</c:v>
                      </c:pt>
                      <c:pt idx="32">
                        <c:v>40.640440583941604</c:v>
                      </c:pt>
                      <c:pt idx="33">
                        <c:v>65.951091973969625</c:v>
                      </c:pt>
                      <c:pt idx="34">
                        <c:v>65.951091973969625</c:v>
                      </c:pt>
                      <c:pt idx="35">
                        <c:v>65.951091973969625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CB41-4DBC-A866-B205022C3D9D}"/>
                  </c:ext>
                </c:extLst>
              </c15:ser>
            </c15:filteredLineSeries>
          </c:ext>
        </c:extLst>
      </c:lineChart>
      <c:dateAx>
        <c:axId val="875957152"/>
        <c:scaling>
          <c:orientation val="minMax"/>
        </c:scaling>
        <c:delete val="0"/>
        <c:axPos val="b"/>
        <c:numFmt formatCode="mmm\-yyyy" sourceLinked="0"/>
        <c:majorTickMark val="in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+mn-ea"/>
                <a:cs typeface="+mn-cs"/>
              </a:defRPr>
            </a:pPr>
            <a:endParaRPr lang="en-US"/>
          </a:p>
        </c:txPr>
        <c:crossAx val="875950912"/>
        <c:crosses val="autoZero"/>
        <c:auto val="0"/>
        <c:lblOffset val="100"/>
        <c:baseTimeUnit val="months"/>
      </c:dateAx>
      <c:valAx>
        <c:axId val="875950912"/>
        <c:scaling>
          <c:orientation val="minMax"/>
        </c:scaling>
        <c:delete val="0"/>
        <c:axPos val="l"/>
        <c:numFmt formatCode="0.0\x;[Red]\(0.0\x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5957152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505231-9149-4109-90B0-A7380E73B7D6}" type="doc">
      <dgm:prSet loTypeId="urn:diagrams.loki3.com/BracketList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93ADCF6B-3BDC-4690-B7DC-57561D0A4417}">
      <dgm:prSet/>
      <dgm:spPr/>
      <dgm:t>
        <a:bodyPr/>
        <a:lstStyle/>
        <a:p>
          <a:r>
            <a:rPr lang="en-US" dirty="0">
              <a:latin typeface="Nunito" pitchFamily="2" charset="0"/>
            </a:rPr>
            <a:t>Product: </a:t>
          </a:r>
        </a:p>
      </dgm:t>
    </dgm:pt>
    <dgm:pt modelId="{EC6F06CB-5165-4333-BD38-49330287402F}" type="parTrans" cxnId="{11580EE1-14B4-4D4A-857E-6F3D8FDEF5DE}">
      <dgm:prSet/>
      <dgm:spPr/>
      <dgm:t>
        <a:bodyPr/>
        <a:lstStyle/>
        <a:p>
          <a:endParaRPr lang="en-US"/>
        </a:p>
      </dgm:t>
    </dgm:pt>
    <dgm:pt modelId="{8B1E5E7A-13B5-41B1-9559-526DBF15A66C}" type="sibTrans" cxnId="{11580EE1-14B4-4D4A-857E-6F3D8FDEF5DE}">
      <dgm:prSet/>
      <dgm:spPr/>
      <dgm:t>
        <a:bodyPr/>
        <a:lstStyle/>
        <a:p>
          <a:endParaRPr lang="en-US"/>
        </a:p>
      </dgm:t>
    </dgm:pt>
    <dgm:pt modelId="{63EDB7F0-4BC0-4216-B9EC-9E0C068C8D39}">
      <dgm:prSet/>
      <dgm:spPr>
        <a:solidFill>
          <a:srgbClr val="FF9900"/>
        </a:solidFill>
      </dgm:spPr>
      <dgm:t>
        <a:bodyPr/>
        <a:lstStyle/>
        <a:p>
          <a:r>
            <a:rPr lang="en-US" dirty="0">
              <a:latin typeface="Nunito" pitchFamily="2" charset="0"/>
            </a:rPr>
            <a:t>On-Site EV diagnostics &amp; Repair, Emergency Service </a:t>
          </a:r>
        </a:p>
      </dgm:t>
    </dgm:pt>
    <dgm:pt modelId="{9DB75AB5-7F09-4D79-9D2E-CED8A4CC5539}" type="parTrans" cxnId="{AD59FB25-9E02-46EB-B21F-5038C3457A85}">
      <dgm:prSet/>
      <dgm:spPr/>
      <dgm:t>
        <a:bodyPr/>
        <a:lstStyle/>
        <a:p>
          <a:endParaRPr lang="en-US"/>
        </a:p>
      </dgm:t>
    </dgm:pt>
    <dgm:pt modelId="{4D630DE3-A31B-41C2-B69D-01C7E54028E1}" type="sibTrans" cxnId="{AD59FB25-9E02-46EB-B21F-5038C3457A85}">
      <dgm:prSet/>
      <dgm:spPr/>
      <dgm:t>
        <a:bodyPr/>
        <a:lstStyle/>
        <a:p>
          <a:endParaRPr lang="en-US"/>
        </a:p>
      </dgm:t>
    </dgm:pt>
    <dgm:pt modelId="{192E0F16-2D37-43C0-8480-2271F1F03B2D}">
      <dgm:prSet/>
      <dgm:spPr/>
      <dgm:t>
        <a:bodyPr/>
        <a:lstStyle/>
        <a:p>
          <a:r>
            <a:rPr lang="en-US" dirty="0">
              <a:latin typeface="Nunito" pitchFamily="2" charset="0"/>
            </a:rPr>
            <a:t>Channel: DTC</a:t>
          </a:r>
        </a:p>
      </dgm:t>
    </dgm:pt>
    <dgm:pt modelId="{3DBB7AA6-EBBB-49BE-86E0-CA6EA9BC7AEC}" type="parTrans" cxnId="{728BD61C-6F74-4E41-B730-AE316E8268BB}">
      <dgm:prSet/>
      <dgm:spPr/>
      <dgm:t>
        <a:bodyPr/>
        <a:lstStyle/>
        <a:p>
          <a:endParaRPr lang="en-US"/>
        </a:p>
      </dgm:t>
    </dgm:pt>
    <dgm:pt modelId="{E6B6D54B-C601-49F4-A5DB-03EE975E0E40}" type="sibTrans" cxnId="{728BD61C-6F74-4E41-B730-AE316E8268BB}">
      <dgm:prSet/>
      <dgm:spPr/>
      <dgm:t>
        <a:bodyPr/>
        <a:lstStyle/>
        <a:p>
          <a:endParaRPr lang="en-US"/>
        </a:p>
      </dgm:t>
    </dgm:pt>
    <dgm:pt modelId="{E2B2AF88-36CA-4AD4-A00E-950BB282D4F3}">
      <dgm:prSet/>
      <dgm:spPr>
        <a:solidFill>
          <a:srgbClr val="FF9900"/>
        </a:solidFill>
      </dgm:spPr>
      <dgm:t>
        <a:bodyPr/>
        <a:lstStyle/>
        <a:p>
          <a:r>
            <a:rPr lang="en-US" dirty="0">
              <a:latin typeface="Nunito" pitchFamily="2" charset="0"/>
            </a:rPr>
            <a:t>EV Owners, New EV Owners, Hybrid Vehicles</a:t>
          </a:r>
        </a:p>
      </dgm:t>
    </dgm:pt>
    <dgm:pt modelId="{58EA59F3-8617-48CD-95DB-17927AFD32E9}" type="parTrans" cxnId="{19C496EB-83ED-40EE-BF52-5A4541BE104E}">
      <dgm:prSet/>
      <dgm:spPr/>
      <dgm:t>
        <a:bodyPr/>
        <a:lstStyle/>
        <a:p>
          <a:endParaRPr lang="en-US"/>
        </a:p>
      </dgm:t>
    </dgm:pt>
    <dgm:pt modelId="{A7713CED-EACD-4354-829C-CB278768B187}" type="sibTrans" cxnId="{19C496EB-83ED-40EE-BF52-5A4541BE104E}">
      <dgm:prSet/>
      <dgm:spPr/>
      <dgm:t>
        <a:bodyPr/>
        <a:lstStyle/>
        <a:p>
          <a:endParaRPr lang="en-US"/>
        </a:p>
      </dgm:t>
    </dgm:pt>
    <dgm:pt modelId="{8460D9DB-5F04-4C87-B1B1-1B18B8EF95D2}">
      <dgm:prSet/>
      <dgm:spPr/>
      <dgm:t>
        <a:bodyPr/>
        <a:lstStyle/>
        <a:p>
          <a:r>
            <a:rPr lang="en-US">
              <a:latin typeface="Nunito" pitchFamily="2" charset="0"/>
            </a:rPr>
            <a:t>Geography: </a:t>
          </a:r>
        </a:p>
      </dgm:t>
    </dgm:pt>
    <dgm:pt modelId="{B7197D53-6F17-43C5-8E5E-99849A2A952F}" type="parTrans" cxnId="{8324AB25-98C7-4C1D-9DD3-FE20208CBCFA}">
      <dgm:prSet/>
      <dgm:spPr/>
      <dgm:t>
        <a:bodyPr/>
        <a:lstStyle/>
        <a:p>
          <a:endParaRPr lang="en-US"/>
        </a:p>
      </dgm:t>
    </dgm:pt>
    <dgm:pt modelId="{317475B8-2B98-48A8-B10D-DB009D491F18}" type="sibTrans" cxnId="{8324AB25-98C7-4C1D-9DD3-FE20208CBCFA}">
      <dgm:prSet/>
      <dgm:spPr/>
      <dgm:t>
        <a:bodyPr/>
        <a:lstStyle/>
        <a:p>
          <a:endParaRPr lang="en-US"/>
        </a:p>
      </dgm:t>
    </dgm:pt>
    <dgm:pt modelId="{D32C854D-8E90-48BA-8BBA-4E4F8A66396B}">
      <dgm:prSet/>
      <dgm:spPr>
        <a:solidFill>
          <a:srgbClr val="FF9900"/>
        </a:solidFill>
      </dgm:spPr>
      <dgm:t>
        <a:bodyPr/>
        <a:lstStyle/>
        <a:p>
          <a:r>
            <a:rPr lang="en-US">
              <a:latin typeface="Nunito" pitchFamily="2" charset="0"/>
            </a:rPr>
            <a:t>US Based (CA, Florida, Texas, Washington, Colorado) </a:t>
          </a:r>
        </a:p>
      </dgm:t>
    </dgm:pt>
    <dgm:pt modelId="{F3E60708-F498-4D6F-893A-E2C8B731236C}" type="parTrans" cxnId="{2D61D1CB-94D4-4018-A086-50172C8E89CD}">
      <dgm:prSet/>
      <dgm:spPr/>
      <dgm:t>
        <a:bodyPr/>
        <a:lstStyle/>
        <a:p>
          <a:endParaRPr lang="en-US"/>
        </a:p>
      </dgm:t>
    </dgm:pt>
    <dgm:pt modelId="{C4CDA32E-387E-444C-92F5-8163890A6A2E}" type="sibTrans" cxnId="{2D61D1CB-94D4-4018-A086-50172C8E89CD}">
      <dgm:prSet/>
      <dgm:spPr/>
      <dgm:t>
        <a:bodyPr/>
        <a:lstStyle/>
        <a:p>
          <a:endParaRPr lang="en-US"/>
        </a:p>
      </dgm:t>
    </dgm:pt>
    <dgm:pt modelId="{1037CBBD-3166-4677-AD37-0D07A2090036}">
      <dgm:prSet/>
      <dgm:spPr>
        <a:solidFill>
          <a:srgbClr val="FF9900"/>
        </a:solidFill>
      </dgm:spPr>
      <dgm:t>
        <a:bodyPr/>
        <a:lstStyle/>
        <a:p>
          <a:r>
            <a:rPr lang="en-US" dirty="0">
              <a:latin typeface="Nunito" pitchFamily="2" charset="0"/>
            </a:rPr>
            <a:t>Business during winter due to battery issues</a:t>
          </a:r>
          <a:r>
            <a:rPr lang="en-US" dirty="0"/>
            <a:t>; </a:t>
          </a:r>
        </a:p>
      </dgm:t>
    </dgm:pt>
    <dgm:pt modelId="{5D7F6285-D7F8-4FD5-96B2-458E936F8D59}" type="parTrans" cxnId="{A46AB7CB-0071-471A-932B-48495EC25365}">
      <dgm:prSet/>
      <dgm:spPr/>
      <dgm:t>
        <a:bodyPr/>
        <a:lstStyle/>
        <a:p>
          <a:endParaRPr lang="en-US"/>
        </a:p>
      </dgm:t>
    </dgm:pt>
    <dgm:pt modelId="{F5A17D59-9202-4B99-B83A-51DC4BE33267}" type="sibTrans" cxnId="{A46AB7CB-0071-471A-932B-48495EC25365}">
      <dgm:prSet/>
      <dgm:spPr/>
      <dgm:t>
        <a:bodyPr/>
        <a:lstStyle/>
        <a:p>
          <a:endParaRPr lang="en-US"/>
        </a:p>
      </dgm:t>
    </dgm:pt>
    <dgm:pt modelId="{35CB0F52-4BBC-4A07-8E3A-BEBAE1A749FA}" type="pres">
      <dgm:prSet presAssocID="{17505231-9149-4109-90B0-A7380E73B7D6}" presName="Name0" presStyleCnt="0">
        <dgm:presLayoutVars>
          <dgm:dir/>
          <dgm:animLvl val="lvl"/>
          <dgm:resizeHandles val="exact"/>
        </dgm:presLayoutVars>
      </dgm:prSet>
      <dgm:spPr/>
    </dgm:pt>
    <dgm:pt modelId="{2C13D531-D5EB-47C7-AC29-EF6BBD33A30A}" type="pres">
      <dgm:prSet presAssocID="{93ADCF6B-3BDC-4690-B7DC-57561D0A4417}" presName="linNode" presStyleCnt="0"/>
      <dgm:spPr/>
    </dgm:pt>
    <dgm:pt modelId="{8D9705BA-84E4-47B2-8F5F-DB156E3AA922}" type="pres">
      <dgm:prSet presAssocID="{93ADCF6B-3BDC-4690-B7DC-57561D0A4417}" presName="parTx" presStyleLbl="revTx" presStyleIdx="0" presStyleCnt="3">
        <dgm:presLayoutVars>
          <dgm:chMax val="1"/>
          <dgm:bulletEnabled val="1"/>
        </dgm:presLayoutVars>
      </dgm:prSet>
      <dgm:spPr/>
    </dgm:pt>
    <dgm:pt modelId="{065EDB51-DEF6-41A8-89A3-97B9A35F780D}" type="pres">
      <dgm:prSet presAssocID="{93ADCF6B-3BDC-4690-B7DC-57561D0A4417}" presName="bracket" presStyleLbl="parChTrans1D1" presStyleIdx="0" presStyleCnt="3"/>
      <dgm:spPr/>
    </dgm:pt>
    <dgm:pt modelId="{746A85DD-822A-42BE-A65D-BCA089890DEF}" type="pres">
      <dgm:prSet presAssocID="{93ADCF6B-3BDC-4690-B7DC-57561D0A4417}" presName="spH" presStyleCnt="0"/>
      <dgm:spPr/>
    </dgm:pt>
    <dgm:pt modelId="{E3041FC7-FB12-4FDC-A517-6C5098E48BF4}" type="pres">
      <dgm:prSet presAssocID="{93ADCF6B-3BDC-4690-B7DC-57561D0A4417}" presName="desTx" presStyleLbl="node1" presStyleIdx="0" presStyleCnt="3">
        <dgm:presLayoutVars>
          <dgm:bulletEnabled val="1"/>
        </dgm:presLayoutVars>
      </dgm:prSet>
      <dgm:spPr/>
    </dgm:pt>
    <dgm:pt modelId="{700917F9-39E0-4B6C-84C7-D78FABAB4EBD}" type="pres">
      <dgm:prSet presAssocID="{8B1E5E7A-13B5-41B1-9559-526DBF15A66C}" presName="spV" presStyleCnt="0"/>
      <dgm:spPr/>
    </dgm:pt>
    <dgm:pt modelId="{49E0CFAB-2F98-4EA4-A62A-E1AD48A252B8}" type="pres">
      <dgm:prSet presAssocID="{192E0F16-2D37-43C0-8480-2271F1F03B2D}" presName="linNode" presStyleCnt="0"/>
      <dgm:spPr/>
    </dgm:pt>
    <dgm:pt modelId="{B66DEC92-7559-4903-86DF-84BE5973D59B}" type="pres">
      <dgm:prSet presAssocID="{192E0F16-2D37-43C0-8480-2271F1F03B2D}" presName="parTx" presStyleLbl="revTx" presStyleIdx="1" presStyleCnt="3">
        <dgm:presLayoutVars>
          <dgm:chMax val="1"/>
          <dgm:bulletEnabled val="1"/>
        </dgm:presLayoutVars>
      </dgm:prSet>
      <dgm:spPr/>
    </dgm:pt>
    <dgm:pt modelId="{89A40933-4FA9-4204-AF22-0553857F6DE9}" type="pres">
      <dgm:prSet presAssocID="{192E0F16-2D37-43C0-8480-2271F1F03B2D}" presName="bracket" presStyleLbl="parChTrans1D1" presStyleIdx="1" presStyleCnt="3"/>
      <dgm:spPr/>
    </dgm:pt>
    <dgm:pt modelId="{EF125D65-A0C2-43FA-BDE3-9097E9DDBB07}" type="pres">
      <dgm:prSet presAssocID="{192E0F16-2D37-43C0-8480-2271F1F03B2D}" presName="spH" presStyleCnt="0"/>
      <dgm:spPr/>
    </dgm:pt>
    <dgm:pt modelId="{43FA557E-269A-4006-BC87-6BF6D2743218}" type="pres">
      <dgm:prSet presAssocID="{192E0F16-2D37-43C0-8480-2271F1F03B2D}" presName="desTx" presStyleLbl="node1" presStyleIdx="1" presStyleCnt="3">
        <dgm:presLayoutVars>
          <dgm:bulletEnabled val="1"/>
        </dgm:presLayoutVars>
      </dgm:prSet>
      <dgm:spPr/>
    </dgm:pt>
    <dgm:pt modelId="{8FDD1470-29B6-45B8-93D6-06CBA0C33149}" type="pres">
      <dgm:prSet presAssocID="{E6B6D54B-C601-49F4-A5DB-03EE975E0E40}" presName="spV" presStyleCnt="0"/>
      <dgm:spPr/>
    </dgm:pt>
    <dgm:pt modelId="{1DF21853-AD52-4E6B-ABD8-BCC42BC5DE8C}" type="pres">
      <dgm:prSet presAssocID="{8460D9DB-5F04-4C87-B1B1-1B18B8EF95D2}" presName="linNode" presStyleCnt="0"/>
      <dgm:spPr/>
    </dgm:pt>
    <dgm:pt modelId="{DD81EDFF-8045-4171-8F25-0710155EBA7C}" type="pres">
      <dgm:prSet presAssocID="{8460D9DB-5F04-4C87-B1B1-1B18B8EF95D2}" presName="parTx" presStyleLbl="revTx" presStyleIdx="2" presStyleCnt="3">
        <dgm:presLayoutVars>
          <dgm:chMax val="1"/>
          <dgm:bulletEnabled val="1"/>
        </dgm:presLayoutVars>
      </dgm:prSet>
      <dgm:spPr/>
    </dgm:pt>
    <dgm:pt modelId="{F6C0C943-69B7-42B2-8B75-D94601C02AFD}" type="pres">
      <dgm:prSet presAssocID="{8460D9DB-5F04-4C87-B1B1-1B18B8EF95D2}" presName="bracket" presStyleLbl="parChTrans1D1" presStyleIdx="2" presStyleCnt="3"/>
      <dgm:spPr/>
    </dgm:pt>
    <dgm:pt modelId="{07C780CE-3401-468B-A534-432762DC8753}" type="pres">
      <dgm:prSet presAssocID="{8460D9DB-5F04-4C87-B1B1-1B18B8EF95D2}" presName="spH" presStyleCnt="0"/>
      <dgm:spPr/>
    </dgm:pt>
    <dgm:pt modelId="{D42A62F5-2D12-41E7-B617-9E6D9242377A}" type="pres">
      <dgm:prSet presAssocID="{8460D9DB-5F04-4C87-B1B1-1B18B8EF95D2}" presName="desTx" presStyleLbl="node1" presStyleIdx="2" presStyleCnt="3">
        <dgm:presLayoutVars>
          <dgm:bulletEnabled val="1"/>
        </dgm:presLayoutVars>
      </dgm:prSet>
      <dgm:spPr/>
    </dgm:pt>
  </dgm:ptLst>
  <dgm:cxnLst>
    <dgm:cxn modelId="{728BD61C-6F74-4E41-B730-AE316E8268BB}" srcId="{17505231-9149-4109-90B0-A7380E73B7D6}" destId="{192E0F16-2D37-43C0-8480-2271F1F03B2D}" srcOrd="1" destOrd="0" parTransId="{3DBB7AA6-EBBB-49BE-86E0-CA6EA9BC7AEC}" sibTransId="{E6B6D54B-C601-49F4-A5DB-03EE975E0E40}"/>
    <dgm:cxn modelId="{8324AB25-98C7-4C1D-9DD3-FE20208CBCFA}" srcId="{17505231-9149-4109-90B0-A7380E73B7D6}" destId="{8460D9DB-5F04-4C87-B1B1-1B18B8EF95D2}" srcOrd="2" destOrd="0" parTransId="{B7197D53-6F17-43C5-8E5E-99849A2A952F}" sibTransId="{317475B8-2B98-48A8-B10D-DB009D491F18}"/>
    <dgm:cxn modelId="{AD59FB25-9E02-46EB-B21F-5038C3457A85}" srcId="{93ADCF6B-3BDC-4690-B7DC-57561D0A4417}" destId="{63EDB7F0-4BC0-4216-B9EC-9E0C068C8D39}" srcOrd="0" destOrd="0" parTransId="{9DB75AB5-7F09-4D79-9D2E-CED8A4CC5539}" sibTransId="{4D630DE3-A31B-41C2-B69D-01C7E54028E1}"/>
    <dgm:cxn modelId="{BA1A2D34-D5A9-40BF-A4C3-6E7B7E5D69BF}" type="presOf" srcId="{D32C854D-8E90-48BA-8BBA-4E4F8A66396B}" destId="{D42A62F5-2D12-41E7-B617-9E6D9242377A}" srcOrd="0" destOrd="0" presId="urn:diagrams.loki3.com/BracketList"/>
    <dgm:cxn modelId="{854F743B-8768-4904-B6C8-64F591EF718A}" type="presOf" srcId="{192E0F16-2D37-43C0-8480-2271F1F03B2D}" destId="{B66DEC92-7559-4903-86DF-84BE5973D59B}" srcOrd="0" destOrd="0" presId="urn:diagrams.loki3.com/BracketList"/>
    <dgm:cxn modelId="{77A2EE3B-6E3A-49B9-AFE5-6D4DFF85F8AC}" type="presOf" srcId="{1037CBBD-3166-4677-AD37-0D07A2090036}" destId="{D42A62F5-2D12-41E7-B617-9E6D9242377A}" srcOrd="0" destOrd="1" presId="urn:diagrams.loki3.com/BracketList"/>
    <dgm:cxn modelId="{8E5C3A64-7664-4A13-8AE0-5D6B3BF1BDF7}" type="presOf" srcId="{63EDB7F0-4BC0-4216-B9EC-9E0C068C8D39}" destId="{E3041FC7-FB12-4FDC-A517-6C5098E48BF4}" srcOrd="0" destOrd="0" presId="urn:diagrams.loki3.com/BracketList"/>
    <dgm:cxn modelId="{0C6C0186-F2A4-439A-A5F5-612D203E732E}" type="presOf" srcId="{17505231-9149-4109-90B0-A7380E73B7D6}" destId="{35CB0F52-4BBC-4A07-8E3A-BEBAE1A749FA}" srcOrd="0" destOrd="0" presId="urn:diagrams.loki3.com/BracketList"/>
    <dgm:cxn modelId="{F1F0D593-71E1-4B05-85E6-36BAA3B87CA1}" type="presOf" srcId="{93ADCF6B-3BDC-4690-B7DC-57561D0A4417}" destId="{8D9705BA-84E4-47B2-8F5F-DB156E3AA922}" srcOrd="0" destOrd="0" presId="urn:diagrams.loki3.com/BracketList"/>
    <dgm:cxn modelId="{5D5620BE-3847-4EBC-B554-814EF5823B8D}" type="presOf" srcId="{E2B2AF88-36CA-4AD4-A00E-950BB282D4F3}" destId="{43FA557E-269A-4006-BC87-6BF6D2743218}" srcOrd="0" destOrd="0" presId="urn:diagrams.loki3.com/BracketList"/>
    <dgm:cxn modelId="{D7C8D3BE-0235-4817-956C-D99BED1625DA}" type="presOf" srcId="{8460D9DB-5F04-4C87-B1B1-1B18B8EF95D2}" destId="{DD81EDFF-8045-4171-8F25-0710155EBA7C}" srcOrd="0" destOrd="0" presId="urn:diagrams.loki3.com/BracketList"/>
    <dgm:cxn modelId="{A46AB7CB-0071-471A-932B-48495EC25365}" srcId="{8460D9DB-5F04-4C87-B1B1-1B18B8EF95D2}" destId="{1037CBBD-3166-4677-AD37-0D07A2090036}" srcOrd="1" destOrd="0" parTransId="{5D7F6285-D7F8-4FD5-96B2-458E936F8D59}" sibTransId="{F5A17D59-9202-4B99-B83A-51DC4BE33267}"/>
    <dgm:cxn modelId="{2D61D1CB-94D4-4018-A086-50172C8E89CD}" srcId="{8460D9DB-5F04-4C87-B1B1-1B18B8EF95D2}" destId="{D32C854D-8E90-48BA-8BBA-4E4F8A66396B}" srcOrd="0" destOrd="0" parTransId="{F3E60708-F498-4D6F-893A-E2C8B731236C}" sibTransId="{C4CDA32E-387E-444C-92F5-8163890A6A2E}"/>
    <dgm:cxn modelId="{11580EE1-14B4-4D4A-857E-6F3D8FDEF5DE}" srcId="{17505231-9149-4109-90B0-A7380E73B7D6}" destId="{93ADCF6B-3BDC-4690-B7DC-57561D0A4417}" srcOrd="0" destOrd="0" parTransId="{EC6F06CB-5165-4333-BD38-49330287402F}" sibTransId="{8B1E5E7A-13B5-41B1-9559-526DBF15A66C}"/>
    <dgm:cxn modelId="{19C496EB-83ED-40EE-BF52-5A4541BE104E}" srcId="{192E0F16-2D37-43C0-8480-2271F1F03B2D}" destId="{E2B2AF88-36CA-4AD4-A00E-950BB282D4F3}" srcOrd="0" destOrd="0" parTransId="{58EA59F3-8617-48CD-95DB-17927AFD32E9}" sibTransId="{A7713CED-EACD-4354-829C-CB278768B187}"/>
    <dgm:cxn modelId="{CD7AB655-69B5-44EA-BDD1-7A1C3D08742B}" type="presParOf" srcId="{35CB0F52-4BBC-4A07-8E3A-BEBAE1A749FA}" destId="{2C13D531-D5EB-47C7-AC29-EF6BBD33A30A}" srcOrd="0" destOrd="0" presId="urn:diagrams.loki3.com/BracketList"/>
    <dgm:cxn modelId="{32488939-6A5F-44AD-8B65-5CEE298251F4}" type="presParOf" srcId="{2C13D531-D5EB-47C7-AC29-EF6BBD33A30A}" destId="{8D9705BA-84E4-47B2-8F5F-DB156E3AA922}" srcOrd="0" destOrd="0" presId="urn:diagrams.loki3.com/BracketList"/>
    <dgm:cxn modelId="{97776654-0EC0-468B-9ED0-A138F5DD7BC9}" type="presParOf" srcId="{2C13D531-D5EB-47C7-AC29-EF6BBD33A30A}" destId="{065EDB51-DEF6-41A8-89A3-97B9A35F780D}" srcOrd="1" destOrd="0" presId="urn:diagrams.loki3.com/BracketList"/>
    <dgm:cxn modelId="{034B29E3-D666-4855-A39E-28DDF7B62E28}" type="presParOf" srcId="{2C13D531-D5EB-47C7-AC29-EF6BBD33A30A}" destId="{746A85DD-822A-42BE-A65D-BCA089890DEF}" srcOrd="2" destOrd="0" presId="urn:diagrams.loki3.com/BracketList"/>
    <dgm:cxn modelId="{1A0283CA-4486-4405-B9AB-E9708286A120}" type="presParOf" srcId="{2C13D531-D5EB-47C7-AC29-EF6BBD33A30A}" destId="{E3041FC7-FB12-4FDC-A517-6C5098E48BF4}" srcOrd="3" destOrd="0" presId="urn:diagrams.loki3.com/BracketList"/>
    <dgm:cxn modelId="{11EFAD95-F247-453B-A318-70404D13AB4F}" type="presParOf" srcId="{35CB0F52-4BBC-4A07-8E3A-BEBAE1A749FA}" destId="{700917F9-39E0-4B6C-84C7-D78FABAB4EBD}" srcOrd="1" destOrd="0" presId="urn:diagrams.loki3.com/BracketList"/>
    <dgm:cxn modelId="{7A3B59CD-7ABD-4377-A997-ED2DD378E1D5}" type="presParOf" srcId="{35CB0F52-4BBC-4A07-8E3A-BEBAE1A749FA}" destId="{49E0CFAB-2F98-4EA4-A62A-E1AD48A252B8}" srcOrd="2" destOrd="0" presId="urn:diagrams.loki3.com/BracketList"/>
    <dgm:cxn modelId="{E0CE4CC4-B401-43F5-B2FC-09EA9B636DC8}" type="presParOf" srcId="{49E0CFAB-2F98-4EA4-A62A-E1AD48A252B8}" destId="{B66DEC92-7559-4903-86DF-84BE5973D59B}" srcOrd="0" destOrd="0" presId="urn:diagrams.loki3.com/BracketList"/>
    <dgm:cxn modelId="{7820EBBF-D4A3-4127-AB3A-3552084A2967}" type="presParOf" srcId="{49E0CFAB-2F98-4EA4-A62A-E1AD48A252B8}" destId="{89A40933-4FA9-4204-AF22-0553857F6DE9}" srcOrd="1" destOrd="0" presId="urn:diagrams.loki3.com/BracketList"/>
    <dgm:cxn modelId="{94841195-5B05-4EA3-8D4F-DEE38F69EC9E}" type="presParOf" srcId="{49E0CFAB-2F98-4EA4-A62A-E1AD48A252B8}" destId="{EF125D65-A0C2-43FA-BDE3-9097E9DDBB07}" srcOrd="2" destOrd="0" presId="urn:diagrams.loki3.com/BracketList"/>
    <dgm:cxn modelId="{85A1426C-A0B0-4990-9972-E2FEB8995588}" type="presParOf" srcId="{49E0CFAB-2F98-4EA4-A62A-E1AD48A252B8}" destId="{43FA557E-269A-4006-BC87-6BF6D2743218}" srcOrd="3" destOrd="0" presId="urn:diagrams.loki3.com/BracketList"/>
    <dgm:cxn modelId="{DA3AB1A2-A5DE-40DE-9E75-9C68C5CBD6BD}" type="presParOf" srcId="{35CB0F52-4BBC-4A07-8E3A-BEBAE1A749FA}" destId="{8FDD1470-29B6-45B8-93D6-06CBA0C33149}" srcOrd="3" destOrd="0" presId="urn:diagrams.loki3.com/BracketList"/>
    <dgm:cxn modelId="{71FED7FB-EBF3-4725-B706-4D37336C42A9}" type="presParOf" srcId="{35CB0F52-4BBC-4A07-8E3A-BEBAE1A749FA}" destId="{1DF21853-AD52-4E6B-ABD8-BCC42BC5DE8C}" srcOrd="4" destOrd="0" presId="urn:diagrams.loki3.com/BracketList"/>
    <dgm:cxn modelId="{7EA75CA4-4327-4A66-BF98-31056D30DC06}" type="presParOf" srcId="{1DF21853-AD52-4E6B-ABD8-BCC42BC5DE8C}" destId="{DD81EDFF-8045-4171-8F25-0710155EBA7C}" srcOrd="0" destOrd="0" presId="urn:diagrams.loki3.com/BracketList"/>
    <dgm:cxn modelId="{8938B902-A84F-4F43-A1D6-01D2BF62EC4E}" type="presParOf" srcId="{1DF21853-AD52-4E6B-ABD8-BCC42BC5DE8C}" destId="{F6C0C943-69B7-42B2-8B75-D94601C02AFD}" srcOrd="1" destOrd="0" presId="urn:diagrams.loki3.com/BracketList"/>
    <dgm:cxn modelId="{0D74801F-2034-4747-9489-40C98F847F90}" type="presParOf" srcId="{1DF21853-AD52-4E6B-ABD8-BCC42BC5DE8C}" destId="{07C780CE-3401-468B-A534-432762DC8753}" srcOrd="2" destOrd="0" presId="urn:diagrams.loki3.com/BracketList"/>
    <dgm:cxn modelId="{6ACA73C2-185C-4835-A2A5-4827D05300BA}" type="presParOf" srcId="{1DF21853-AD52-4E6B-ABD8-BCC42BC5DE8C}" destId="{D42A62F5-2D12-41E7-B617-9E6D9242377A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0B6E1C-5938-4864-B9AF-7771CB49D501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CEDBA78-2893-4003-ACAD-BAC24FDC2E84}">
      <dgm:prSet/>
      <dgm:spPr>
        <a:solidFill>
          <a:srgbClr val="FF9900"/>
        </a:solidFill>
      </dgm:spPr>
      <dgm:t>
        <a:bodyPr/>
        <a:lstStyle/>
        <a:p>
          <a:pPr>
            <a:defRPr b="1"/>
          </a:pPr>
          <a:r>
            <a:rPr lang="en-US" dirty="0">
              <a:latin typeface="Nunito" pitchFamily="2" charset="0"/>
            </a:rPr>
            <a:t>Sourcing</a:t>
          </a:r>
        </a:p>
      </dgm:t>
    </dgm:pt>
    <dgm:pt modelId="{37B1C061-D656-4113-803D-7882065E6AC4}" type="parTrans" cxnId="{7AAD8DF3-FB76-4884-8AA9-8355AEE2E12C}">
      <dgm:prSet/>
      <dgm:spPr/>
      <dgm:t>
        <a:bodyPr/>
        <a:lstStyle/>
        <a:p>
          <a:endParaRPr lang="en-US"/>
        </a:p>
      </dgm:t>
    </dgm:pt>
    <dgm:pt modelId="{326FF892-7C60-4754-BD54-2A491F31ED5B}" type="sibTrans" cxnId="{7AAD8DF3-FB76-4884-8AA9-8355AEE2E12C}">
      <dgm:prSet/>
      <dgm:spPr/>
      <dgm:t>
        <a:bodyPr/>
        <a:lstStyle/>
        <a:p>
          <a:endParaRPr lang="en-US"/>
        </a:p>
      </dgm:t>
    </dgm:pt>
    <dgm:pt modelId="{364AADFD-40A0-4045-94FC-605541753B0B}">
      <dgm:prSet/>
      <dgm:spPr/>
      <dgm:t>
        <a:bodyPr/>
        <a:lstStyle/>
        <a:p>
          <a:r>
            <a:rPr lang="en-US" dirty="0">
              <a:latin typeface="Nunito" pitchFamily="2" charset="0"/>
            </a:rPr>
            <a:t>Negotiate Bulk Discounts, Collect and recondition replaced batteries, </a:t>
          </a:r>
        </a:p>
      </dgm:t>
    </dgm:pt>
    <dgm:pt modelId="{B7A44081-1B8E-4A92-AD13-C9F9801EAD6D}" type="parTrans" cxnId="{BB223AE1-9A7C-4C37-9208-ACA432C190BB}">
      <dgm:prSet/>
      <dgm:spPr/>
      <dgm:t>
        <a:bodyPr/>
        <a:lstStyle/>
        <a:p>
          <a:endParaRPr lang="en-US"/>
        </a:p>
      </dgm:t>
    </dgm:pt>
    <dgm:pt modelId="{C27C696B-9B0F-4FC7-8197-DA00AACE9B09}" type="sibTrans" cxnId="{BB223AE1-9A7C-4C37-9208-ACA432C190BB}">
      <dgm:prSet/>
      <dgm:spPr/>
      <dgm:t>
        <a:bodyPr/>
        <a:lstStyle/>
        <a:p>
          <a:endParaRPr lang="en-US"/>
        </a:p>
      </dgm:t>
    </dgm:pt>
    <dgm:pt modelId="{8E952970-D901-4128-ABB0-A8792C77C04C}">
      <dgm:prSet/>
      <dgm:spPr/>
      <dgm:t>
        <a:bodyPr/>
        <a:lstStyle/>
        <a:p>
          <a:r>
            <a:rPr lang="en-US" dirty="0">
              <a:latin typeface="Nunito" pitchFamily="2" charset="0"/>
            </a:rPr>
            <a:t>Resell into secondary markets (e.g. home storage, microgrid).</a:t>
          </a:r>
        </a:p>
      </dgm:t>
    </dgm:pt>
    <dgm:pt modelId="{8C84F2E7-8176-4822-99FF-B3ECA4056322}" type="parTrans" cxnId="{FD647023-10B8-438F-B35D-53011091A06A}">
      <dgm:prSet/>
      <dgm:spPr/>
      <dgm:t>
        <a:bodyPr/>
        <a:lstStyle/>
        <a:p>
          <a:endParaRPr lang="en-US"/>
        </a:p>
      </dgm:t>
    </dgm:pt>
    <dgm:pt modelId="{879718F0-BD15-4D97-974E-AC131DBEA0AA}" type="sibTrans" cxnId="{FD647023-10B8-438F-B35D-53011091A06A}">
      <dgm:prSet/>
      <dgm:spPr/>
      <dgm:t>
        <a:bodyPr/>
        <a:lstStyle/>
        <a:p>
          <a:endParaRPr lang="en-US"/>
        </a:p>
      </dgm:t>
    </dgm:pt>
    <dgm:pt modelId="{617A0AA4-EFF0-46F7-9CF9-C12F5837E737}">
      <dgm:prSet/>
      <dgm:spPr>
        <a:solidFill>
          <a:srgbClr val="FF9900"/>
        </a:solidFill>
      </dgm:spPr>
      <dgm:t>
        <a:bodyPr/>
        <a:lstStyle/>
        <a:p>
          <a:pPr>
            <a:defRPr b="1"/>
          </a:pPr>
          <a:r>
            <a:rPr lang="en-US">
              <a:latin typeface="Nunito" pitchFamily="2" charset="0"/>
            </a:rPr>
            <a:t>Operations</a:t>
          </a:r>
        </a:p>
      </dgm:t>
    </dgm:pt>
    <dgm:pt modelId="{55487256-7631-41CC-8DC1-4E39B6BB5CEB}" type="parTrans" cxnId="{20809B26-FACD-486A-B60B-82D9C021D76C}">
      <dgm:prSet/>
      <dgm:spPr/>
      <dgm:t>
        <a:bodyPr/>
        <a:lstStyle/>
        <a:p>
          <a:endParaRPr lang="en-US"/>
        </a:p>
      </dgm:t>
    </dgm:pt>
    <dgm:pt modelId="{152709B1-2B0F-4D14-ADC6-6701FD396B12}" type="sibTrans" cxnId="{20809B26-FACD-486A-B60B-82D9C021D76C}">
      <dgm:prSet/>
      <dgm:spPr/>
      <dgm:t>
        <a:bodyPr/>
        <a:lstStyle/>
        <a:p>
          <a:endParaRPr lang="en-US"/>
        </a:p>
      </dgm:t>
    </dgm:pt>
    <dgm:pt modelId="{6FCDB44B-787D-47B9-897A-B14675A8D2A6}">
      <dgm:prSet/>
      <dgm:spPr/>
      <dgm:t>
        <a:bodyPr/>
        <a:lstStyle/>
        <a:p>
          <a:r>
            <a:rPr lang="en-US">
              <a:latin typeface="Nunito" pitchFamily="2" charset="0"/>
            </a:rPr>
            <a:t>Launch with 10 Techs </a:t>
          </a:r>
        </a:p>
      </dgm:t>
    </dgm:pt>
    <dgm:pt modelId="{DE8848A1-B457-4AD4-B9DA-B815DE9182B3}" type="parTrans" cxnId="{D2ED5C67-A896-4B15-9BDB-4B6948A3B9F5}">
      <dgm:prSet/>
      <dgm:spPr/>
      <dgm:t>
        <a:bodyPr/>
        <a:lstStyle/>
        <a:p>
          <a:endParaRPr lang="en-US"/>
        </a:p>
      </dgm:t>
    </dgm:pt>
    <dgm:pt modelId="{9F3E1459-7203-43BE-92F0-DE48DD36705C}" type="sibTrans" cxnId="{D2ED5C67-A896-4B15-9BDB-4B6948A3B9F5}">
      <dgm:prSet/>
      <dgm:spPr/>
      <dgm:t>
        <a:bodyPr/>
        <a:lstStyle/>
        <a:p>
          <a:endParaRPr lang="en-US"/>
        </a:p>
      </dgm:t>
    </dgm:pt>
    <dgm:pt modelId="{6BD096B6-DCD8-4258-891C-01EA101684CD}">
      <dgm:prSet/>
      <dgm:spPr/>
      <dgm:t>
        <a:bodyPr/>
        <a:lstStyle/>
        <a:p>
          <a:r>
            <a:rPr lang="en-US" dirty="0">
              <a:latin typeface="Nunito" pitchFamily="2" charset="0"/>
            </a:rPr>
            <a:t>OPEX grows with EV Market </a:t>
          </a:r>
        </a:p>
      </dgm:t>
    </dgm:pt>
    <dgm:pt modelId="{2E81E092-A439-42FB-A416-ADD970934A3E}" type="parTrans" cxnId="{60BEB2C1-4872-4DD0-901C-833C4E413893}">
      <dgm:prSet/>
      <dgm:spPr/>
      <dgm:t>
        <a:bodyPr/>
        <a:lstStyle/>
        <a:p>
          <a:endParaRPr lang="en-US"/>
        </a:p>
      </dgm:t>
    </dgm:pt>
    <dgm:pt modelId="{A71F4F72-66DD-4B99-BB3D-94F5FD6F1601}" type="sibTrans" cxnId="{60BEB2C1-4872-4DD0-901C-833C4E413893}">
      <dgm:prSet/>
      <dgm:spPr/>
      <dgm:t>
        <a:bodyPr/>
        <a:lstStyle/>
        <a:p>
          <a:endParaRPr lang="en-US"/>
        </a:p>
      </dgm:t>
    </dgm:pt>
    <dgm:pt modelId="{4AC2EAD5-4B94-497F-AA76-3A3E47ACBB48}">
      <dgm:prSet/>
      <dgm:spPr>
        <a:solidFill>
          <a:srgbClr val="FF9900"/>
        </a:solidFill>
      </dgm:spPr>
      <dgm:t>
        <a:bodyPr/>
        <a:lstStyle/>
        <a:p>
          <a:pPr>
            <a:defRPr b="1"/>
          </a:pPr>
          <a:r>
            <a:rPr lang="en-US">
              <a:latin typeface="Nunito" pitchFamily="2" charset="0"/>
            </a:rPr>
            <a:t>Field Service</a:t>
          </a:r>
        </a:p>
      </dgm:t>
    </dgm:pt>
    <dgm:pt modelId="{7323CEE3-08EB-4668-815C-871345699FAC}" type="parTrans" cxnId="{259C6C8B-1C31-422B-A84C-C00A8B6A8E51}">
      <dgm:prSet/>
      <dgm:spPr/>
      <dgm:t>
        <a:bodyPr/>
        <a:lstStyle/>
        <a:p>
          <a:endParaRPr lang="en-US"/>
        </a:p>
      </dgm:t>
    </dgm:pt>
    <dgm:pt modelId="{E56EEC6F-F88B-4FE3-A12C-1EB75C1B80B4}" type="sibTrans" cxnId="{259C6C8B-1C31-422B-A84C-C00A8B6A8E51}">
      <dgm:prSet/>
      <dgm:spPr/>
      <dgm:t>
        <a:bodyPr/>
        <a:lstStyle/>
        <a:p>
          <a:endParaRPr lang="en-US"/>
        </a:p>
      </dgm:t>
    </dgm:pt>
    <dgm:pt modelId="{844C2885-95FF-4B8E-9808-A17493532902}">
      <dgm:prSet/>
      <dgm:spPr/>
      <dgm:t>
        <a:bodyPr/>
        <a:lstStyle/>
        <a:p>
          <a:r>
            <a:rPr lang="en-US">
              <a:latin typeface="Nunito" pitchFamily="2" charset="0"/>
            </a:rPr>
            <a:t>Onsite Service check</a:t>
          </a:r>
        </a:p>
      </dgm:t>
    </dgm:pt>
    <dgm:pt modelId="{2C2B93A9-B007-40F7-94DD-87AFECBE34A6}" type="parTrans" cxnId="{59A7369B-BA8A-48E6-A117-C18AC2ABB0D4}">
      <dgm:prSet/>
      <dgm:spPr/>
      <dgm:t>
        <a:bodyPr/>
        <a:lstStyle/>
        <a:p>
          <a:endParaRPr lang="en-US"/>
        </a:p>
      </dgm:t>
    </dgm:pt>
    <dgm:pt modelId="{05FDBB1D-6AB4-4E11-869F-AC622775C4A8}" type="sibTrans" cxnId="{59A7369B-BA8A-48E6-A117-C18AC2ABB0D4}">
      <dgm:prSet/>
      <dgm:spPr/>
      <dgm:t>
        <a:bodyPr/>
        <a:lstStyle/>
        <a:p>
          <a:endParaRPr lang="en-US"/>
        </a:p>
      </dgm:t>
    </dgm:pt>
    <dgm:pt modelId="{303C7A62-31B7-442E-978D-8E49D26FF6B3}">
      <dgm:prSet/>
      <dgm:spPr/>
      <dgm:t>
        <a:bodyPr/>
        <a:lstStyle/>
        <a:p>
          <a:r>
            <a:rPr lang="en-US">
              <a:latin typeface="Nunito" pitchFamily="2" charset="0"/>
            </a:rPr>
            <a:t>Diagnostics &amp; Performance Check ups</a:t>
          </a:r>
        </a:p>
      </dgm:t>
    </dgm:pt>
    <dgm:pt modelId="{B4CCBD2D-7A01-4627-8B77-D934046B7F94}" type="parTrans" cxnId="{E0C4C620-67A5-42B7-AADD-CD197961C22E}">
      <dgm:prSet/>
      <dgm:spPr/>
      <dgm:t>
        <a:bodyPr/>
        <a:lstStyle/>
        <a:p>
          <a:endParaRPr lang="en-US"/>
        </a:p>
      </dgm:t>
    </dgm:pt>
    <dgm:pt modelId="{C9E799CC-D0E8-4B58-AE6C-B80C49BECA26}" type="sibTrans" cxnId="{E0C4C620-67A5-42B7-AADD-CD197961C22E}">
      <dgm:prSet/>
      <dgm:spPr/>
      <dgm:t>
        <a:bodyPr/>
        <a:lstStyle/>
        <a:p>
          <a:endParaRPr lang="en-US"/>
        </a:p>
      </dgm:t>
    </dgm:pt>
    <dgm:pt modelId="{72975EBE-8422-4365-9BC6-11101F88ADB2}">
      <dgm:prSet/>
      <dgm:spPr/>
      <dgm:t>
        <a:bodyPr/>
        <a:lstStyle/>
        <a:p>
          <a:r>
            <a:rPr lang="en-US">
              <a:latin typeface="Nunito" pitchFamily="2" charset="0"/>
            </a:rPr>
            <a:t>Invoice Updates via Technician Apps </a:t>
          </a:r>
        </a:p>
      </dgm:t>
    </dgm:pt>
    <dgm:pt modelId="{E7C3B78C-8409-4D8F-887C-760FDBF18013}" type="parTrans" cxnId="{7BD44301-39B7-409E-9FA4-640861E1A284}">
      <dgm:prSet/>
      <dgm:spPr/>
      <dgm:t>
        <a:bodyPr/>
        <a:lstStyle/>
        <a:p>
          <a:endParaRPr lang="en-US"/>
        </a:p>
      </dgm:t>
    </dgm:pt>
    <dgm:pt modelId="{BB5180ED-BA45-4026-9291-EBE174EA6695}" type="sibTrans" cxnId="{7BD44301-39B7-409E-9FA4-640861E1A284}">
      <dgm:prSet/>
      <dgm:spPr/>
      <dgm:t>
        <a:bodyPr/>
        <a:lstStyle/>
        <a:p>
          <a:endParaRPr lang="en-US"/>
        </a:p>
      </dgm:t>
    </dgm:pt>
    <dgm:pt modelId="{BC21407B-42CD-4C11-93CA-9EAFE2597861}">
      <dgm:prSet/>
      <dgm:spPr/>
      <dgm:t>
        <a:bodyPr/>
        <a:lstStyle/>
        <a:p>
          <a:r>
            <a:rPr lang="en-US" dirty="0">
              <a:latin typeface="Nunito" pitchFamily="2" charset="0"/>
            </a:rPr>
            <a:t>high-EV-density zip codes (CA, NY, TX)</a:t>
          </a:r>
        </a:p>
      </dgm:t>
    </dgm:pt>
    <dgm:pt modelId="{9605DFD1-86EB-41F5-BE91-7C82AECA2FBB}" type="parTrans" cxnId="{A6052E9B-855A-4AEB-A8A1-8F64E3A2426F}">
      <dgm:prSet/>
      <dgm:spPr/>
      <dgm:t>
        <a:bodyPr/>
        <a:lstStyle/>
        <a:p>
          <a:endParaRPr lang="en-US"/>
        </a:p>
      </dgm:t>
    </dgm:pt>
    <dgm:pt modelId="{90E848C1-9E4A-4206-A187-D0AAD581E160}" type="sibTrans" cxnId="{A6052E9B-855A-4AEB-A8A1-8F64E3A2426F}">
      <dgm:prSet/>
      <dgm:spPr/>
      <dgm:t>
        <a:bodyPr/>
        <a:lstStyle/>
        <a:p>
          <a:endParaRPr lang="en-US"/>
        </a:p>
      </dgm:t>
    </dgm:pt>
    <dgm:pt modelId="{CA7469FA-A541-4303-93CF-6372970EDFF9}">
      <dgm:prSet/>
      <dgm:spPr>
        <a:solidFill>
          <a:srgbClr val="FF9900"/>
        </a:solidFill>
      </dgm:spPr>
      <dgm:t>
        <a:bodyPr/>
        <a:lstStyle/>
        <a:p>
          <a:pPr>
            <a:defRPr b="1"/>
          </a:pPr>
          <a:r>
            <a:rPr lang="en-US" dirty="0">
              <a:latin typeface="Nunito" pitchFamily="2" charset="0"/>
            </a:rPr>
            <a:t>Strategic Add Ons</a:t>
          </a:r>
        </a:p>
      </dgm:t>
    </dgm:pt>
    <dgm:pt modelId="{F2840CC3-DBF4-49D5-977A-F6A65B3FBCB5}" type="parTrans" cxnId="{06C938E9-45BD-479C-BC20-E58DE32B2600}">
      <dgm:prSet/>
      <dgm:spPr/>
      <dgm:t>
        <a:bodyPr/>
        <a:lstStyle/>
        <a:p>
          <a:endParaRPr lang="en-US"/>
        </a:p>
      </dgm:t>
    </dgm:pt>
    <dgm:pt modelId="{D32344FB-4F49-488D-A263-6821369DF968}" type="sibTrans" cxnId="{06C938E9-45BD-479C-BC20-E58DE32B2600}">
      <dgm:prSet/>
      <dgm:spPr/>
      <dgm:t>
        <a:bodyPr/>
        <a:lstStyle/>
        <a:p>
          <a:endParaRPr lang="en-US"/>
        </a:p>
      </dgm:t>
    </dgm:pt>
    <dgm:pt modelId="{AD417256-44B6-4A1E-BC43-3CF70241C8AB}">
      <dgm:prSet/>
      <dgm:spPr/>
      <dgm:t>
        <a:bodyPr/>
        <a:lstStyle/>
        <a:p>
          <a:r>
            <a:rPr lang="en-US">
              <a:latin typeface="Nunito" pitchFamily="2" charset="0"/>
            </a:rPr>
            <a:t>Bundle with free install of used batteries for home invaters</a:t>
          </a:r>
        </a:p>
      </dgm:t>
    </dgm:pt>
    <dgm:pt modelId="{4D21E66D-D827-4735-B9D5-FDEF1625185F}" type="parTrans" cxnId="{1857354D-72E3-47D1-80AA-D5ECAB313E33}">
      <dgm:prSet/>
      <dgm:spPr/>
      <dgm:t>
        <a:bodyPr/>
        <a:lstStyle/>
        <a:p>
          <a:endParaRPr lang="en-US"/>
        </a:p>
      </dgm:t>
    </dgm:pt>
    <dgm:pt modelId="{BF669BCC-63C1-4130-AB65-4CEE5443BA0A}" type="sibTrans" cxnId="{1857354D-72E3-47D1-80AA-D5ECAB313E33}">
      <dgm:prSet/>
      <dgm:spPr/>
      <dgm:t>
        <a:bodyPr/>
        <a:lstStyle/>
        <a:p>
          <a:endParaRPr lang="en-US"/>
        </a:p>
      </dgm:t>
    </dgm:pt>
    <dgm:pt modelId="{17708AB2-9A3C-47D7-852F-73C166C1738E}">
      <dgm:prSet/>
      <dgm:spPr/>
      <dgm:t>
        <a:bodyPr/>
        <a:lstStyle/>
        <a:p>
          <a:r>
            <a:rPr lang="en-US" dirty="0">
              <a:latin typeface="Nunito" pitchFamily="2" charset="0"/>
            </a:rPr>
            <a:t>App to offer vehicle battery diagnostics.</a:t>
          </a:r>
        </a:p>
      </dgm:t>
    </dgm:pt>
    <dgm:pt modelId="{9B3AFD7E-A819-4766-B92B-3653DB038625}" type="parTrans" cxnId="{50A8B437-D92D-46A8-9B3E-C73403684C6E}">
      <dgm:prSet/>
      <dgm:spPr/>
      <dgm:t>
        <a:bodyPr/>
        <a:lstStyle/>
        <a:p>
          <a:endParaRPr lang="en-US"/>
        </a:p>
      </dgm:t>
    </dgm:pt>
    <dgm:pt modelId="{9030DBE4-7DCB-449D-A57D-7E59E1CFBE56}" type="sibTrans" cxnId="{50A8B437-D92D-46A8-9B3E-C73403684C6E}">
      <dgm:prSet/>
      <dgm:spPr/>
      <dgm:t>
        <a:bodyPr/>
        <a:lstStyle/>
        <a:p>
          <a:endParaRPr lang="en-US"/>
        </a:p>
      </dgm:t>
    </dgm:pt>
    <dgm:pt modelId="{CDC690F1-5BE1-4045-A24D-5677D5A1B0DC}" type="pres">
      <dgm:prSet presAssocID="{610B6E1C-5938-4864-B9AF-7771CB49D501}" presName="linear" presStyleCnt="0">
        <dgm:presLayoutVars>
          <dgm:dir/>
          <dgm:animLvl val="lvl"/>
          <dgm:resizeHandles val="exact"/>
        </dgm:presLayoutVars>
      </dgm:prSet>
      <dgm:spPr/>
    </dgm:pt>
    <dgm:pt modelId="{1AA7C073-95ED-4A60-AEA7-01BCD04DB947}" type="pres">
      <dgm:prSet presAssocID="{1CEDBA78-2893-4003-ACAD-BAC24FDC2E84}" presName="parentLin" presStyleCnt="0"/>
      <dgm:spPr/>
    </dgm:pt>
    <dgm:pt modelId="{E0CE231E-2695-415E-9A3E-3DEA98279C01}" type="pres">
      <dgm:prSet presAssocID="{1CEDBA78-2893-4003-ACAD-BAC24FDC2E84}" presName="parentLeftMargin" presStyleLbl="node1" presStyleIdx="0" presStyleCnt="4"/>
      <dgm:spPr/>
    </dgm:pt>
    <dgm:pt modelId="{ADCED7E5-5A0C-43C8-954C-D5BDAB4F4297}" type="pres">
      <dgm:prSet presAssocID="{1CEDBA78-2893-4003-ACAD-BAC24FDC2E8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7F1D17B-1BE8-4C39-944A-1079FAB0EDAD}" type="pres">
      <dgm:prSet presAssocID="{1CEDBA78-2893-4003-ACAD-BAC24FDC2E84}" presName="negativeSpace" presStyleCnt="0"/>
      <dgm:spPr/>
    </dgm:pt>
    <dgm:pt modelId="{491E6A3E-F2D4-4058-99A6-EAF19B6C3CCB}" type="pres">
      <dgm:prSet presAssocID="{1CEDBA78-2893-4003-ACAD-BAC24FDC2E84}" presName="childText" presStyleLbl="conFgAcc1" presStyleIdx="0" presStyleCnt="4">
        <dgm:presLayoutVars>
          <dgm:bulletEnabled val="1"/>
        </dgm:presLayoutVars>
      </dgm:prSet>
      <dgm:spPr/>
    </dgm:pt>
    <dgm:pt modelId="{3C59C270-6419-4A19-A48B-DAEA8BDA1317}" type="pres">
      <dgm:prSet presAssocID="{326FF892-7C60-4754-BD54-2A491F31ED5B}" presName="spaceBetweenRectangles" presStyleCnt="0"/>
      <dgm:spPr/>
    </dgm:pt>
    <dgm:pt modelId="{F6E3A1F6-892D-42BA-905D-D0DC0DC4E30D}" type="pres">
      <dgm:prSet presAssocID="{617A0AA4-EFF0-46F7-9CF9-C12F5837E737}" presName="parentLin" presStyleCnt="0"/>
      <dgm:spPr/>
    </dgm:pt>
    <dgm:pt modelId="{FACF3978-5B92-43B7-850C-9FF27F77853A}" type="pres">
      <dgm:prSet presAssocID="{617A0AA4-EFF0-46F7-9CF9-C12F5837E737}" presName="parentLeftMargin" presStyleLbl="node1" presStyleIdx="0" presStyleCnt="4"/>
      <dgm:spPr/>
    </dgm:pt>
    <dgm:pt modelId="{2C11C441-0390-461B-A4B9-FB49AE6733E6}" type="pres">
      <dgm:prSet presAssocID="{617A0AA4-EFF0-46F7-9CF9-C12F5837E73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CF1E6B7-A7E4-4942-86C4-5E75281E6FC6}" type="pres">
      <dgm:prSet presAssocID="{617A0AA4-EFF0-46F7-9CF9-C12F5837E737}" presName="negativeSpace" presStyleCnt="0"/>
      <dgm:spPr/>
    </dgm:pt>
    <dgm:pt modelId="{1E425C36-CC89-486F-964E-7E3E069619B4}" type="pres">
      <dgm:prSet presAssocID="{617A0AA4-EFF0-46F7-9CF9-C12F5837E737}" presName="childText" presStyleLbl="conFgAcc1" presStyleIdx="1" presStyleCnt="4">
        <dgm:presLayoutVars>
          <dgm:bulletEnabled val="1"/>
        </dgm:presLayoutVars>
      </dgm:prSet>
      <dgm:spPr/>
    </dgm:pt>
    <dgm:pt modelId="{8983F390-5BEF-4124-BD2F-5C5AD76FEBF3}" type="pres">
      <dgm:prSet presAssocID="{152709B1-2B0F-4D14-ADC6-6701FD396B12}" presName="spaceBetweenRectangles" presStyleCnt="0"/>
      <dgm:spPr/>
    </dgm:pt>
    <dgm:pt modelId="{90913636-1EFE-4608-B403-D307D7420445}" type="pres">
      <dgm:prSet presAssocID="{4AC2EAD5-4B94-497F-AA76-3A3E47ACBB48}" presName="parentLin" presStyleCnt="0"/>
      <dgm:spPr/>
    </dgm:pt>
    <dgm:pt modelId="{5E582591-9466-4EEA-B448-ED28E8422918}" type="pres">
      <dgm:prSet presAssocID="{4AC2EAD5-4B94-497F-AA76-3A3E47ACBB48}" presName="parentLeftMargin" presStyleLbl="node1" presStyleIdx="1" presStyleCnt="4"/>
      <dgm:spPr/>
    </dgm:pt>
    <dgm:pt modelId="{C7407166-9742-44FD-91C5-C3B0CE7E98FA}" type="pres">
      <dgm:prSet presAssocID="{4AC2EAD5-4B94-497F-AA76-3A3E47ACBB4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DBB447C-DC3D-416C-A40E-A73D005278A4}" type="pres">
      <dgm:prSet presAssocID="{4AC2EAD5-4B94-497F-AA76-3A3E47ACBB48}" presName="negativeSpace" presStyleCnt="0"/>
      <dgm:spPr/>
    </dgm:pt>
    <dgm:pt modelId="{0EE77957-C8DF-4292-9321-608D9139E5FA}" type="pres">
      <dgm:prSet presAssocID="{4AC2EAD5-4B94-497F-AA76-3A3E47ACBB48}" presName="childText" presStyleLbl="conFgAcc1" presStyleIdx="2" presStyleCnt="4" custLinFactNeighborX="-10257">
        <dgm:presLayoutVars>
          <dgm:bulletEnabled val="1"/>
        </dgm:presLayoutVars>
      </dgm:prSet>
      <dgm:spPr/>
    </dgm:pt>
    <dgm:pt modelId="{BB2065E1-2529-4074-81B1-077EF4BBB2E6}" type="pres">
      <dgm:prSet presAssocID="{E56EEC6F-F88B-4FE3-A12C-1EB75C1B80B4}" presName="spaceBetweenRectangles" presStyleCnt="0"/>
      <dgm:spPr/>
    </dgm:pt>
    <dgm:pt modelId="{4B3C51BF-99EF-4534-8BC5-CA7F7681C2F4}" type="pres">
      <dgm:prSet presAssocID="{CA7469FA-A541-4303-93CF-6372970EDFF9}" presName="parentLin" presStyleCnt="0"/>
      <dgm:spPr/>
    </dgm:pt>
    <dgm:pt modelId="{BFCBCF7C-7648-4F40-BF37-70A3DCF8F4EC}" type="pres">
      <dgm:prSet presAssocID="{CA7469FA-A541-4303-93CF-6372970EDFF9}" presName="parentLeftMargin" presStyleLbl="node1" presStyleIdx="2" presStyleCnt="4"/>
      <dgm:spPr/>
    </dgm:pt>
    <dgm:pt modelId="{D5925177-1672-4291-B3FC-15227A455F6E}" type="pres">
      <dgm:prSet presAssocID="{CA7469FA-A541-4303-93CF-6372970EDFF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C1259DE-D593-40FD-9E97-D4AD631F3FFF}" type="pres">
      <dgm:prSet presAssocID="{CA7469FA-A541-4303-93CF-6372970EDFF9}" presName="negativeSpace" presStyleCnt="0"/>
      <dgm:spPr/>
    </dgm:pt>
    <dgm:pt modelId="{13F24EDA-7044-4655-98D8-D363E55904E9}" type="pres">
      <dgm:prSet presAssocID="{CA7469FA-A541-4303-93CF-6372970EDFF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BD44301-39B7-409E-9FA4-640861E1A284}" srcId="{4AC2EAD5-4B94-497F-AA76-3A3E47ACBB48}" destId="{72975EBE-8422-4365-9BC6-11101F88ADB2}" srcOrd="2" destOrd="0" parTransId="{E7C3B78C-8409-4D8F-887C-760FDBF18013}" sibTransId="{BB5180ED-BA45-4026-9291-EBE174EA6695}"/>
    <dgm:cxn modelId="{4202F605-76BD-4CBE-8BED-3405FE7808DB}" type="presOf" srcId="{844C2885-95FF-4B8E-9808-A17493532902}" destId="{0EE77957-C8DF-4292-9321-608D9139E5FA}" srcOrd="0" destOrd="0" presId="urn:microsoft.com/office/officeart/2005/8/layout/list1"/>
    <dgm:cxn modelId="{AD2A320A-9FC4-49A0-BFE3-947E9D2FDE00}" type="presOf" srcId="{1CEDBA78-2893-4003-ACAD-BAC24FDC2E84}" destId="{E0CE231E-2695-415E-9A3E-3DEA98279C01}" srcOrd="0" destOrd="0" presId="urn:microsoft.com/office/officeart/2005/8/layout/list1"/>
    <dgm:cxn modelId="{B234FA11-F84D-4F1E-9A89-27D995D81158}" type="presOf" srcId="{364AADFD-40A0-4045-94FC-605541753B0B}" destId="{491E6A3E-F2D4-4058-99A6-EAF19B6C3CCB}" srcOrd="0" destOrd="0" presId="urn:microsoft.com/office/officeart/2005/8/layout/list1"/>
    <dgm:cxn modelId="{E0C4C620-67A5-42B7-AADD-CD197961C22E}" srcId="{4AC2EAD5-4B94-497F-AA76-3A3E47ACBB48}" destId="{303C7A62-31B7-442E-978D-8E49D26FF6B3}" srcOrd="1" destOrd="0" parTransId="{B4CCBD2D-7A01-4627-8B77-D934046B7F94}" sibTransId="{C9E799CC-D0E8-4B58-AE6C-B80C49BECA26}"/>
    <dgm:cxn modelId="{FD647023-10B8-438F-B35D-53011091A06A}" srcId="{1CEDBA78-2893-4003-ACAD-BAC24FDC2E84}" destId="{8E952970-D901-4128-ABB0-A8792C77C04C}" srcOrd="1" destOrd="0" parTransId="{8C84F2E7-8176-4822-99FF-B3ECA4056322}" sibTransId="{879718F0-BD15-4D97-974E-AC131DBEA0AA}"/>
    <dgm:cxn modelId="{20809B26-FACD-486A-B60B-82D9C021D76C}" srcId="{610B6E1C-5938-4864-B9AF-7771CB49D501}" destId="{617A0AA4-EFF0-46F7-9CF9-C12F5837E737}" srcOrd="1" destOrd="0" parTransId="{55487256-7631-41CC-8DC1-4E39B6BB5CEB}" sibTransId="{152709B1-2B0F-4D14-ADC6-6701FD396B12}"/>
    <dgm:cxn modelId="{00AF0B31-1827-42A1-A1D4-05C36478E37E}" type="presOf" srcId="{CA7469FA-A541-4303-93CF-6372970EDFF9}" destId="{BFCBCF7C-7648-4F40-BF37-70A3DCF8F4EC}" srcOrd="0" destOrd="0" presId="urn:microsoft.com/office/officeart/2005/8/layout/list1"/>
    <dgm:cxn modelId="{EFA45237-ADC8-4B38-860F-283D08578E71}" type="presOf" srcId="{72975EBE-8422-4365-9BC6-11101F88ADB2}" destId="{0EE77957-C8DF-4292-9321-608D9139E5FA}" srcOrd="0" destOrd="2" presId="urn:microsoft.com/office/officeart/2005/8/layout/list1"/>
    <dgm:cxn modelId="{50A8B437-D92D-46A8-9B3E-C73403684C6E}" srcId="{CA7469FA-A541-4303-93CF-6372970EDFF9}" destId="{17708AB2-9A3C-47D7-852F-73C166C1738E}" srcOrd="1" destOrd="0" parTransId="{9B3AFD7E-A819-4766-B92B-3653DB038625}" sibTransId="{9030DBE4-7DCB-449D-A57D-7E59E1CFBE56}"/>
    <dgm:cxn modelId="{D2ED5C67-A896-4B15-9BDB-4B6948A3B9F5}" srcId="{617A0AA4-EFF0-46F7-9CF9-C12F5837E737}" destId="{6FCDB44B-787D-47B9-897A-B14675A8D2A6}" srcOrd="0" destOrd="0" parTransId="{DE8848A1-B457-4AD4-B9DA-B815DE9182B3}" sibTransId="{9F3E1459-7203-43BE-92F0-DE48DD36705C}"/>
    <dgm:cxn modelId="{DC8D4247-9CB4-4BE4-B62E-745C4DF496C6}" type="presOf" srcId="{617A0AA4-EFF0-46F7-9CF9-C12F5837E737}" destId="{FACF3978-5B92-43B7-850C-9FF27F77853A}" srcOrd="0" destOrd="0" presId="urn:microsoft.com/office/officeart/2005/8/layout/list1"/>
    <dgm:cxn modelId="{F3793C49-DD35-4E94-BE31-9551B9BAA032}" type="presOf" srcId="{BC21407B-42CD-4C11-93CA-9EAFE2597861}" destId="{0EE77957-C8DF-4292-9321-608D9139E5FA}" srcOrd="0" destOrd="3" presId="urn:microsoft.com/office/officeart/2005/8/layout/list1"/>
    <dgm:cxn modelId="{E29FB86C-BA71-4784-827B-02B77AEFCBD9}" type="presOf" srcId="{AD417256-44B6-4A1E-BC43-3CF70241C8AB}" destId="{13F24EDA-7044-4655-98D8-D363E55904E9}" srcOrd="0" destOrd="0" presId="urn:microsoft.com/office/officeart/2005/8/layout/list1"/>
    <dgm:cxn modelId="{1857354D-72E3-47D1-80AA-D5ECAB313E33}" srcId="{CA7469FA-A541-4303-93CF-6372970EDFF9}" destId="{AD417256-44B6-4A1E-BC43-3CF70241C8AB}" srcOrd="0" destOrd="0" parTransId="{4D21E66D-D827-4735-B9D5-FDEF1625185F}" sibTransId="{BF669BCC-63C1-4130-AB65-4CEE5443BA0A}"/>
    <dgm:cxn modelId="{8184C754-88CF-460D-8EC1-98E1BDBA024D}" type="presOf" srcId="{617A0AA4-EFF0-46F7-9CF9-C12F5837E737}" destId="{2C11C441-0390-461B-A4B9-FB49AE6733E6}" srcOrd="1" destOrd="0" presId="urn:microsoft.com/office/officeart/2005/8/layout/list1"/>
    <dgm:cxn modelId="{5869DF7D-B836-4171-9415-AD2DF76A24A6}" type="presOf" srcId="{1CEDBA78-2893-4003-ACAD-BAC24FDC2E84}" destId="{ADCED7E5-5A0C-43C8-954C-D5BDAB4F4297}" srcOrd="1" destOrd="0" presId="urn:microsoft.com/office/officeart/2005/8/layout/list1"/>
    <dgm:cxn modelId="{17219284-8E18-4403-830F-8AB7BB0644A3}" type="presOf" srcId="{6BD096B6-DCD8-4258-891C-01EA101684CD}" destId="{1E425C36-CC89-486F-964E-7E3E069619B4}" srcOrd="0" destOrd="1" presId="urn:microsoft.com/office/officeart/2005/8/layout/list1"/>
    <dgm:cxn modelId="{259C6C8B-1C31-422B-A84C-C00A8B6A8E51}" srcId="{610B6E1C-5938-4864-B9AF-7771CB49D501}" destId="{4AC2EAD5-4B94-497F-AA76-3A3E47ACBB48}" srcOrd="2" destOrd="0" parTransId="{7323CEE3-08EB-4668-815C-871345699FAC}" sibTransId="{E56EEC6F-F88B-4FE3-A12C-1EB75C1B80B4}"/>
    <dgm:cxn modelId="{A6052E9B-855A-4AEB-A8A1-8F64E3A2426F}" srcId="{4AC2EAD5-4B94-497F-AA76-3A3E47ACBB48}" destId="{BC21407B-42CD-4C11-93CA-9EAFE2597861}" srcOrd="3" destOrd="0" parTransId="{9605DFD1-86EB-41F5-BE91-7C82AECA2FBB}" sibTransId="{90E848C1-9E4A-4206-A187-D0AAD581E160}"/>
    <dgm:cxn modelId="{59A7369B-BA8A-48E6-A117-C18AC2ABB0D4}" srcId="{4AC2EAD5-4B94-497F-AA76-3A3E47ACBB48}" destId="{844C2885-95FF-4B8E-9808-A17493532902}" srcOrd="0" destOrd="0" parTransId="{2C2B93A9-B007-40F7-94DD-87AFECBE34A6}" sibTransId="{05FDBB1D-6AB4-4E11-869F-AC622775C4A8}"/>
    <dgm:cxn modelId="{C1DE45A8-426D-4E88-95C1-C89FAFD0A87D}" type="presOf" srcId="{4AC2EAD5-4B94-497F-AA76-3A3E47ACBB48}" destId="{C7407166-9742-44FD-91C5-C3B0CE7E98FA}" srcOrd="1" destOrd="0" presId="urn:microsoft.com/office/officeart/2005/8/layout/list1"/>
    <dgm:cxn modelId="{2BD345B2-304D-4C01-8455-F7391A55BA21}" type="presOf" srcId="{6FCDB44B-787D-47B9-897A-B14675A8D2A6}" destId="{1E425C36-CC89-486F-964E-7E3E069619B4}" srcOrd="0" destOrd="0" presId="urn:microsoft.com/office/officeart/2005/8/layout/list1"/>
    <dgm:cxn modelId="{304C3FB3-AED1-40E3-9A3A-F2014C5EA943}" type="presOf" srcId="{303C7A62-31B7-442E-978D-8E49D26FF6B3}" destId="{0EE77957-C8DF-4292-9321-608D9139E5FA}" srcOrd="0" destOrd="1" presId="urn:microsoft.com/office/officeart/2005/8/layout/list1"/>
    <dgm:cxn modelId="{F40EA8C1-97FF-456C-8CE4-FA0D3E7FE7FC}" type="presOf" srcId="{CA7469FA-A541-4303-93CF-6372970EDFF9}" destId="{D5925177-1672-4291-B3FC-15227A455F6E}" srcOrd="1" destOrd="0" presId="urn:microsoft.com/office/officeart/2005/8/layout/list1"/>
    <dgm:cxn modelId="{60BEB2C1-4872-4DD0-901C-833C4E413893}" srcId="{617A0AA4-EFF0-46F7-9CF9-C12F5837E737}" destId="{6BD096B6-DCD8-4258-891C-01EA101684CD}" srcOrd="1" destOrd="0" parTransId="{2E81E092-A439-42FB-A416-ADD970934A3E}" sibTransId="{A71F4F72-66DD-4B99-BB3D-94F5FD6F1601}"/>
    <dgm:cxn modelId="{AF0177C6-8A8D-4AFA-B7B1-67FA55E96BE3}" type="presOf" srcId="{17708AB2-9A3C-47D7-852F-73C166C1738E}" destId="{13F24EDA-7044-4655-98D8-D363E55904E9}" srcOrd="0" destOrd="1" presId="urn:microsoft.com/office/officeart/2005/8/layout/list1"/>
    <dgm:cxn modelId="{962E6DD4-A65E-4DE3-9A5C-B7EB4D26C941}" type="presOf" srcId="{8E952970-D901-4128-ABB0-A8792C77C04C}" destId="{491E6A3E-F2D4-4058-99A6-EAF19B6C3CCB}" srcOrd="0" destOrd="1" presId="urn:microsoft.com/office/officeart/2005/8/layout/list1"/>
    <dgm:cxn modelId="{772BD2DB-C88F-40CB-BCA8-6834605B8338}" type="presOf" srcId="{610B6E1C-5938-4864-B9AF-7771CB49D501}" destId="{CDC690F1-5BE1-4045-A24D-5677D5A1B0DC}" srcOrd="0" destOrd="0" presId="urn:microsoft.com/office/officeart/2005/8/layout/list1"/>
    <dgm:cxn modelId="{BB223AE1-9A7C-4C37-9208-ACA432C190BB}" srcId="{1CEDBA78-2893-4003-ACAD-BAC24FDC2E84}" destId="{364AADFD-40A0-4045-94FC-605541753B0B}" srcOrd="0" destOrd="0" parTransId="{B7A44081-1B8E-4A92-AD13-C9F9801EAD6D}" sibTransId="{C27C696B-9B0F-4FC7-8197-DA00AACE9B09}"/>
    <dgm:cxn modelId="{06C938E9-45BD-479C-BC20-E58DE32B2600}" srcId="{610B6E1C-5938-4864-B9AF-7771CB49D501}" destId="{CA7469FA-A541-4303-93CF-6372970EDFF9}" srcOrd="3" destOrd="0" parTransId="{F2840CC3-DBF4-49D5-977A-F6A65B3FBCB5}" sibTransId="{D32344FB-4F49-488D-A263-6821369DF968}"/>
    <dgm:cxn modelId="{7AAD8DF3-FB76-4884-8AA9-8355AEE2E12C}" srcId="{610B6E1C-5938-4864-B9AF-7771CB49D501}" destId="{1CEDBA78-2893-4003-ACAD-BAC24FDC2E84}" srcOrd="0" destOrd="0" parTransId="{37B1C061-D656-4113-803D-7882065E6AC4}" sibTransId="{326FF892-7C60-4754-BD54-2A491F31ED5B}"/>
    <dgm:cxn modelId="{69CE1AFD-07DC-4DC3-ADC9-C5C5336AA809}" type="presOf" srcId="{4AC2EAD5-4B94-497F-AA76-3A3E47ACBB48}" destId="{5E582591-9466-4EEA-B448-ED28E8422918}" srcOrd="0" destOrd="0" presId="urn:microsoft.com/office/officeart/2005/8/layout/list1"/>
    <dgm:cxn modelId="{3A8A22CB-2893-4988-AF6B-8B3390E53ED2}" type="presParOf" srcId="{CDC690F1-5BE1-4045-A24D-5677D5A1B0DC}" destId="{1AA7C073-95ED-4A60-AEA7-01BCD04DB947}" srcOrd="0" destOrd="0" presId="urn:microsoft.com/office/officeart/2005/8/layout/list1"/>
    <dgm:cxn modelId="{2175E5AD-8497-4D77-BE00-4364C169861C}" type="presParOf" srcId="{1AA7C073-95ED-4A60-AEA7-01BCD04DB947}" destId="{E0CE231E-2695-415E-9A3E-3DEA98279C01}" srcOrd="0" destOrd="0" presId="urn:microsoft.com/office/officeart/2005/8/layout/list1"/>
    <dgm:cxn modelId="{8275FCA4-8A69-4BE2-B826-795B6BB1A8B6}" type="presParOf" srcId="{1AA7C073-95ED-4A60-AEA7-01BCD04DB947}" destId="{ADCED7E5-5A0C-43C8-954C-D5BDAB4F4297}" srcOrd="1" destOrd="0" presId="urn:microsoft.com/office/officeart/2005/8/layout/list1"/>
    <dgm:cxn modelId="{60FE799C-0FEB-4F60-B578-BF5719C0A80C}" type="presParOf" srcId="{CDC690F1-5BE1-4045-A24D-5677D5A1B0DC}" destId="{E7F1D17B-1BE8-4C39-944A-1079FAB0EDAD}" srcOrd="1" destOrd="0" presId="urn:microsoft.com/office/officeart/2005/8/layout/list1"/>
    <dgm:cxn modelId="{507455ED-2333-408D-8B65-8E61A7ECAE45}" type="presParOf" srcId="{CDC690F1-5BE1-4045-A24D-5677D5A1B0DC}" destId="{491E6A3E-F2D4-4058-99A6-EAF19B6C3CCB}" srcOrd="2" destOrd="0" presId="urn:microsoft.com/office/officeart/2005/8/layout/list1"/>
    <dgm:cxn modelId="{CD4C41FB-416F-4AB5-9B5E-959303B85ED8}" type="presParOf" srcId="{CDC690F1-5BE1-4045-A24D-5677D5A1B0DC}" destId="{3C59C270-6419-4A19-A48B-DAEA8BDA1317}" srcOrd="3" destOrd="0" presId="urn:microsoft.com/office/officeart/2005/8/layout/list1"/>
    <dgm:cxn modelId="{C95ED77D-55DB-4E8B-AB6E-B817BF2311F6}" type="presParOf" srcId="{CDC690F1-5BE1-4045-A24D-5677D5A1B0DC}" destId="{F6E3A1F6-892D-42BA-905D-D0DC0DC4E30D}" srcOrd="4" destOrd="0" presId="urn:microsoft.com/office/officeart/2005/8/layout/list1"/>
    <dgm:cxn modelId="{146E4BEF-962B-46D2-944E-F7F7A36899FA}" type="presParOf" srcId="{F6E3A1F6-892D-42BA-905D-D0DC0DC4E30D}" destId="{FACF3978-5B92-43B7-850C-9FF27F77853A}" srcOrd="0" destOrd="0" presId="urn:microsoft.com/office/officeart/2005/8/layout/list1"/>
    <dgm:cxn modelId="{76B24E14-AA1B-4DA6-9C58-5732C17FF1D2}" type="presParOf" srcId="{F6E3A1F6-892D-42BA-905D-D0DC0DC4E30D}" destId="{2C11C441-0390-461B-A4B9-FB49AE6733E6}" srcOrd="1" destOrd="0" presId="urn:microsoft.com/office/officeart/2005/8/layout/list1"/>
    <dgm:cxn modelId="{86B770B3-51B3-4458-B28E-870FB529A625}" type="presParOf" srcId="{CDC690F1-5BE1-4045-A24D-5677D5A1B0DC}" destId="{4CF1E6B7-A7E4-4942-86C4-5E75281E6FC6}" srcOrd="5" destOrd="0" presId="urn:microsoft.com/office/officeart/2005/8/layout/list1"/>
    <dgm:cxn modelId="{06A96BEB-871A-4EFD-A0CB-F9A2EEDBCC90}" type="presParOf" srcId="{CDC690F1-5BE1-4045-A24D-5677D5A1B0DC}" destId="{1E425C36-CC89-486F-964E-7E3E069619B4}" srcOrd="6" destOrd="0" presId="urn:microsoft.com/office/officeart/2005/8/layout/list1"/>
    <dgm:cxn modelId="{B313ABF0-6F37-4DCF-BB00-0479FA789604}" type="presParOf" srcId="{CDC690F1-5BE1-4045-A24D-5677D5A1B0DC}" destId="{8983F390-5BEF-4124-BD2F-5C5AD76FEBF3}" srcOrd="7" destOrd="0" presId="urn:microsoft.com/office/officeart/2005/8/layout/list1"/>
    <dgm:cxn modelId="{401F4083-E044-4602-8C0F-84FF56437031}" type="presParOf" srcId="{CDC690F1-5BE1-4045-A24D-5677D5A1B0DC}" destId="{90913636-1EFE-4608-B403-D307D7420445}" srcOrd="8" destOrd="0" presId="urn:microsoft.com/office/officeart/2005/8/layout/list1"/>
    <dgm:cxn modelId="{25F6D127-6E2E-4333-B12E-9B6111D057FC}" type="presParOf" srcId="{90913636-1EFE-4608-B403-D307D7420445}" destId="{5E582591-9466-4EEA-B448-ED28E8422918}" srcOrd="0" destOrd="0" presId="urn:microsoft.com/office/officeart/2005/8/layout/list1"/>
    <dgm:cxn modelId="{ABB4CC35-10A4-4245-9DE1-845558F93179}" type="presParOf" srcId="{90913636-1EFE-4608-B403-D307D7420445}" destId="{C7407166-9742-44FD-91C5-C3B0CE7E98FA}" srcOrd="1" destOrd="0" presId="urn:microsoft.com/office/officeart/2005/8/layout/list1"/>
    <dgm:cxn modelId="{DE53F36F-4CFF-44F1-A272-DF7089DF596E}" type="presParOf" srcId="{CDC690F1-5BE1-4045-A24D-5677D5A1B0DC}" destId="{8DBB447C-DC3D-416C-A40E-A73D005278A4}" srcOrd="9" destOrd="0" presId="urn:microsoft.com/office/officeart/2005/8/layout/list1"/>
    <dgm:cxn modelId="{E9DCE7E7-168D-4A26-9BA0-2E6235F6129C}" type="presParOf" srcId="{CDC690F1-5BE1-4045-A24D-5677D5A1B0DC}" destId="{0EE77957-C8DF-4292-9321-608D9139E5FA}" srcOrd="10" destOrd="0" presId="urn:microsoft.com/office/officeart/2005/8/layout/list1"/>
    <dgm:cxn modelId="{9686DABA-7D2E-4C25-AB71-0F1B28679B90}" type="presParOf" srcId="{CDC690F1-5BE1-4045-A24D-5677D5A1B0DC}" destId="{BB2065E1-2529-4074-81B1-077EF4BBB2E6}" srcOrd="11" destOrd="0" presId="urn:microsoft.com/office/officeart/2005/8/layout/list1"/>
    <dgm:cxn modelId="{5FD52D72-1B04-4ACF-8670-D7C81CFC021B}" type="presParOf" srcId="{CDC690F1-5BE1-4045-A24D-5677D5A1B0DC}" destId="{4B3C51BF-99EF-4534-8BC5-CA7F7681C2F4}" srcOrd="12" destOrd="0" presId="urn:microsoft.com/office/officeart/2005/8/layout/list1"/>
    <dgm:cxn modelId="{673F141E-8AE0-4AC9-B1C0-94C45F35CCF2}" type="presParOf" srcId="{4B3C51BF-99EF-4534-8BC5-CA7F7681C2F4}" destId="{BFCBCF7C-7648-4F40-BF37-70A3DCF8F4EC}" srcOrd="0" destOrd="0" presId="urn:microsoft.com/office/officeart/2005/8/layout/list1"/>
    <dgm:cxn modelId="{268A860A-34FC-4071-BDA0-0F1F09D61D91}" type="presParOf" srcId="{4B3C51BF-99EF-4534-8BC5-CA7F7681C2F4}" destId="{D5925177-1672-4291-B3FC-15227A455F6E}" srcOrd="1" destOrd="0" presId="urn:microsoft.com/office/officeart/2005/8/layout/list1"/>
    <dgm:cxn modelId="{6B82D476-B3AC-4AB6-A849-BB5A4815E1F3}" type="presParOf" srcId="{CDC690F1-5BE1-4045-A24D-5677D5A1B0DC}" destId="{5C1259DE-D593-40FD-9E97-D4AD631F3FFF}" srcOrd="13" destOrd="0" presId="urn:microsoft.com/office/officeart/2005/8/layout/list1"/>
    <dgm:cxn modelId="{B3ABB9EF-8A37-4D76-B555-45848BBB88CD}" type="presParOf" srcId="{CDC690F1-5BE1-4045-A24D-5677D5A1B0DC}" destId="{13F24EDA-7044-4655-98D8-D363E55904E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9705BA-84E4-47B2-8F5F-DB156E3AA922}">
      <dsp:nvSpPr>
        <dsp:cNvPr id="0" name=""/>
        <dsp:cNvSpPr/>
      </dsp:nvSpPr>
      <dsp:spPr>
        <a:xfrm>
          <a:off x="2771" y="185509"/>
          <a:ext cx="1417839" cy="368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43180" rIns="120904" bIns="4318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Nunito" pitchFamily="2" charset="0"/>
            </a:rPr>
            <a:t>Product: </a:t>
          </a:r>
        </a:p>
      </dsp:txBody>
      <dsp:txXfrm>
        <a:off x="2771" y="185509"/>
        <a:ext cx="1417839" cy="368156"/>
      </dsp:txXfrm>
    </dsp:sp>
    <dsp:sp modelId="{065EDB51-DEF6-41A8-89A3-97B9A35F780D}">
      <dsp:nvSpPr>
        <dsp:cNvPr id="0" name=""/>
        <dsp:cNvSpPr/>
      </dsp:nvSpPr>
      <dsp:spPr>
        <a:xfrm>
          <a:off x="1420610" y="35946"/>
          <a:ext cx="283567" cy="667283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041FC7-FB12-4FDC-A517-6C5098E48BF4}">
      <dsp:nvSpPr>
        <dsp:cNvPr id="0" name=""/>
        <dsp:cNvSpPr/>
      </dsp:nvSpPr>
      <dsp:spPr>
        <a:xfrm>
          <a:off x="1817605" y="35946"/>
          <a:ext cx="3856522" cy="667283"/>
        </a:xfrm>
        <a:prstGeom prst="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Nunito" pitchFamily="2" charset="0"/>
            </a:rPr>
            <a:t>On-Site EV diagnostics &amp; Repair, Emergency Service </a:t>
          </a:r>
        </a:p>
      </dsp:txBody>
      <dsp:txXfrm>
        <a:off x="1817605" y="35946"/>
        <a:ext cx="3856522" cy="667283"/>
      </dsp:txXfrm>
    </dsp:sp>
    <dsp:sp modelId="{B66DEC92-7559-4903-86DF-84BE5973D59B}">
      <dsp:nvSpPr>
        <dsp:cNvPr id="0" name=""/>
        <dsp:cNvSpPr/>
      </dsp:nvSpPr>
      <dsp:spPr>
        <a:xfrm>
          <a:off x="2771" y="784151"/>
          <a:ext cx="1417839" cy="631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43180" rIns="120904" bIns="4318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Nunito" pitchFamily="2" charset="0"/>
            </a:rPr>
            <a:t>Channel: DTC</a:t>
          </a:r>
        </a:p>
      </dsp:txBody>
      <dsp:txXfrm>
        <a:off x="2771" y="784151"/>
        <a:ext cx="1417839" cy="631125"/>
      </dsp:txXfrm>
    </dsp:sp>
    <dsp:sp modelId="{89A40933-4FA9-4204-AF22-0553857F6DE9}">
      <dsp:nvSpPr>
        <dsp:cNvPr id="0" name=""/>
        <dsp:cNvSpPr/>
      </dsp:nvSpPr>
      <dsp:spPr>
        <a:xfrm>
          <a:off x="1420610" y="764429"/>
          <a:ext cx="283567" cy="67057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FA557E-269A-4006-BC87-6BF6D2743218}">
      <dsp:nvSpPr>
        <dsp:cNvPr id="0" name=""/>
        <dsp:cNvSpPr/>
      </dsp:nvSpPr>
      <dsp:spPr>
        <a:xfrm>
          <a:off x="1817605" y="764429"/>
          <a:ext cx="3856522" cy="670570"/>
        </a:xfrm>
        <a:prstGeom prst="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Nunito" pitchFamily="2" charset="0"/>
            </a:rPr>
            <a:t>EV Owners, New EV Owners, Hybrid Vehicles</a:t>
          </a:r>
        </a:p>
      </dsp:txBody>
      <dsp:txXfrm>
        <a:off x="1817605" y="764429"/>
        <a:ext cx="3856522" cy="670570"/>
      </dsp:txXfrm>
    </dsp:sp>
    <dsp:sp modelId="{DD81EDFF-8045-4171-8F25-0710155EBA7C}">
      <dsp:nvSpPr>
        <dsp:cNvPr id="0" name=""/>
        <dsp:cNvSpPr/>
      </dsp:nvSpPr>
      <dsp:spPr>
        <a:xfrm>
          <a:off x="2771" y="1933385"/>
          <a:ext cx="1417839" cy="368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43180" rIns="120904" bIns="4318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Nunito" pitchFamily="2" charset="0"/>
            </a:rPr>
            <a:t>Geography: </a:t>
          </a:r>
        </a:p>
      </dsp:txBody>
      <dsp:txXfrm>
        <a:off x="2771" y="1933385"/>
        <a:ext cx="1417839" cy="368156"/>
      </dsp:txXfrm>
    </dsp:sp>
    <dsp:sp modelId="{F6C0C943-69B7-42B2-8B75-D94601C02AFD}">
      <dsp:nvSpPr>
        <dsp:cNvPr id="0" name=""/>
        <dsp:cNvSpPr/>
      </dsp:nvSpPr>
      <dsp:spPr>
        <a:xfrm>
          <a:off x="1420610" y="1496199"/>
          <a:ext cx="283567" cy="124252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2A62F5-2D12-41E7-B617-9E6D9242377A}">
      <dsp:nvSpPr>
        <dsp:cNvPr id="0" name=""/>
        <dsp:cNvSpPr/>
      </dsp:nvSpPr>
      <dsp:spPr>
        <a:xfrm>
          <a:off x="1817605" y="1496199"/>
          <a:ext cx="3856522" cy="1242527"/>
        </a:xfrm>
        <a:prstGeom prst="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Nunito" pitchFamily="2" charset="0"/>
            </a:rPr>
            <a:t>US Based (CA, Florida, Texas, Washington, Colorado)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Nunito" pitchFamily="2" charset="0"/>
            </a:rPr>
            <a:t>Business during winter due to battery issues</a:t>
          </a:r>
          <a:r>
            <a:rPr lang="en-US" sz="1700" kern="1200" dirty="0"/>
            <a:t>; </a:t>
          </a:r>
        </a:p>
      </dsp:txBody>
      <dsp:txXfrm>
        <a:off x="1817605" y="1496199"/>
        <a:ext cx="3856522" cy="12425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1E6A3E-F2D4-4058-99A6-EAF19B6C3CCB}">
      <dsp:nvSpPr>
        <dsp:cNvPr id="0" name=""/>
        <dsp:cNvSpPr/>
      </dsp:nvSpPr>
      <dsp:spPr>
        <a:xfrm>
          <a:off x="0" y="432082"/>
          <a:ext cx="5676900" cy="1023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0591" tIns="270764" rIns="44059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Nunito" pitchFamily="2" charset="0"/>
            </a:rPr>
            <a:t>Negotiate Bulk Discounts, Collect and recondition replaced batteries,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Nunito" pitchFamily="2" charset="0"/>
            </a:rPr>
            <a:t>Resell into secondary markets (e.g. home storage, microgrid).</a:t>
          </a:r>
        </a:p>
      </dsp:txBody>
      <dsp:txXfrm>
        <a:off x="0" y="432082"/>
        <a:ext cx="5676900" cy="1023750"/>
      </dsp:txXfrm>
    </dsp:sp>
    <dsp:sp modelId="{ADCED7E5-5A0C-43C8-954C-D5BDAB4F4297}">
      <dsp:nvSpPr>
        <dsp:cNvPr id="0" name=""/>
        <dsp:cNvSpPr/>
      </dsp:nvSpPr>
      <dsp:spPr>
        <a:xfrm>
          <a:off x="283845" y="240202"/>
          <a:ext cx="3973830" cy="383760"/>
        </a:xfrm>
        <a:prstGeom prst="round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>
              <a:latin typeface="Nunito" pitchFamily="2" charset="0"/>
            </a:rPr>
            <a:t>Sourcing</a:t>
          </a:r>
        </a:p>
      </dsp:txBody>
      <dsp:txXfrm>
        <a:off x="302579" y="258936"/>
        <a:ext cx="3936362" cy="346292"/>
      </dsp:txXfrm>
    </dsp:sp>
    <dsp:sp modelId="{1E425C36-CC89-486F-964E-7E3E069619B4}">
      <dsp:nvSpPr>
        <dsp:cNvPr id="0" name=""/>
        <dsp:cNvSpPr/>
      </dsp:nvSpPr>
      <dsp:spPr>
        <a:xfrm>
          <a:off x="0" y="1717912"/>
          <a:ext cx="5676900" cy="81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6336313"/>
              <a:satOff val="-8887"/>
              <a:lumOff val="-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0591" tIns="270764" rIns="44059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Nunito" pitchFamily="2" charset="0"/>
            </a:rPr>
            <a:t>Launch with 10 Techs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Nunito" pitchFamily="2" charset="0"/>
            </a:rPr>
            <a:t>OPEX grows with EV Market </a:t>
          </a:r>
        </a:p>
      </dsp:txBody>
      <dsp:txXfrm>
        <a:off x="0" y="1717912"/>
        <a:ext cx="5676900" cy="819000"/>
      </dsp:txXfrm>
    </dsp:sp>
    <dsp:sp modelId="{2C11C441-0390-461B-A4B9-FB49AE6733E6}">
      <dsp:nvSpPr>
        <dsp:cNvPr id="0" name=""/>
        <dsp:cNvSpPr/>
      </dsp:nvSpPr>
      <dsp:spPr>
        <a:xfrm>
          <a:off x="283845" y="1526032"/>
          <a:ext cx="3973830" cy="383760"/>
        </a:xfrm>
        <a:prstGeom prst="round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>
              <a:latin typeface="Nunito" pitchFamily="2" charset="0"/>
            </a:rPr>
            <a:t>Operations</a:t>
          </a:r>
        </a:p>
      </dsp:txBody>
      <dsp:txXfrm>
        <a:off x="302579" y="1544766"/>
        <a:ext cx="3936362" cy="346292"/>
      </dsp:txXfrm>
    </dsp:sp>
    <dsp:sp modelId="{0EE77957-C8DF-4292-9321-608D9139E5FA}">
      <dsp:nvSpPr>
        <dsp:cNvPr id="0" name=""/>
        <dsp:cNvSpPr/>
      </dsp:nvSpPr>
      <dsp:spPr>
        <a:xfrm>
          <a:off x="0" y="2798992"/>
          <a:ext cx="5676900" cy="1289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12672627"/>
              <a:satOff val="-17773"/>
              <a:lumOff val="-18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0591" tIns="270764" rIns="44059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Nunito" pitchFamily="2" charset="0"/>
            </a:rPr>
            <a:t>Onsite Service check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Nunito" pitchFamily="2" charset="0"/>
            </a:rPr>
            <a:t>Diagnostics &amp; Performance Check ups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Nunito" pitchFamily="2" charset="0"/>
            </a:rPr>
            <a:t>Invoice Updates via Technician Apps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Nunito" pitchFamily="2" charset="0"/>
            </a:rPr>
            <a:t>high-EV-density zip codes (CA, NY, TX)</a:t>
          </a:r>
        </a:p>
      </dsp:txBody>
      <dsp:txXfrm>
        <a:off x="0" y="2798992"/>
        <a:ext cx="5676900" cy="1289925"/>
      </dsp:txXfrm>
    </dsp:sp>
    <dsp:sp modelId="{C7407166-9742-44FD-91C5-C3B0CE7E98FA}">
      <dsp:nvSpPr>
        <dsp:cNvPr id="0" name=""/>
        <dsp:cNvSpPr/>
      </dsp:nvSpPr>
      <dsp:spPr>
        <a:xfrm>
          <a:off x="283845" y="2607112"/>
          <a:ext cx="3973830" cy="383760"/>
        </a:xfrm>
        <a:prstGeom prst="round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>
              <a:latin typeface="Nunito" pitchFamily="2" charset="0"/>
            </a:rPr>
            <a:t>Field Service</a:t>
          </a:r>
        </a:p>
      </dsp:txBody>
      <dsp:txXfrm>
        <a:off x="302579" y="2625846"/>
        <a:ext cx="3936362" cy="346292"/>
      </dsp:txXfrm>
    </dsp:sp>
    <dsp:sp modelId="{13F24EDA-7044-4655-98D8-D363E55904E9}">
      <dsp:nvSpPr>
        <dsp:cNvPr id="0" name=""/>
        <dsp:cNvSpPr/>
      </dsp:nvSpPr>
      <dsp:spPr>
        <a:xfrm>
          <a:off x="0" y="4350997"/>
          <a:ext cx="5676900" cy="81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0591" tIns="270764" rIns="44059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Nunito" pitchFamily="2" charset="0"/>
            </a:rPr>
            <a:t>Bundle with free install of used batteries for home invaters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Nunito" pitchFamily="2" charset="0"/>
            </a:rPr>
            <a:t>App to offer vehicle battery diagnostics.</a:t>
          </a:r>
        </a:p>
      </dsp:txBody>
      <dsp:txXfrm>
        <a:off x="0" y="4350997"/>
        <a:ext cx="5676900" cy="819000"/>
      </dsp:txXfrm>
    </dsp:sp>
    <dsp:sp modelId="{D5925177-1672-4291-B3FC-15227A455F6E}">
      <dsp:nvSpPr>
        <dsp:cNvPr id="0" name=""/>
        <dsp:cNvSpPr/>
      </dsp:nvSpPr>
      <dsp:spPr>
        <a:xfrm>
          <a:off x="283845" y="4159117"/>
          <a:ext cx="3973830" cy="383760"/>
        </a:xfrm>
        <a:prstGeom prst="round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>
              <a:latin typeface="Nunito" pitchFamily="2" charset="0"/>
            </a:rPr>
            <a:t>Strategic Add Ons</a:t>
          </a:r>
        </a:p>
      </dsp:txBody>
      <dsp:txXfrm>
        <a:off x="302579" y="4177851"/>
        <a:ext cx="3936362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29F06-940F-4155-ADDF-2F371D51CC1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17537-4959-4C5E-B3BF-9A96C040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71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17537-4959-4C5E-B3BF-9A96C040FB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39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17537-4959-4C5E-B3BF-9A96C040FB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86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7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24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1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1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37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9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8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4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6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8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3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285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08" r:id="rId6"/>
    <p:sldLayoutId id="2147483804" r:id="rId7"/>
    <p:sldLayoutId id="2147483805" r:id="rId8"/>
    <p:sldLayoutId id="2147483806" r:id="rId9"/>
    <p:sldLayoutId id="2147483807" r:id="rId10"/>
    <p:sldLayoutId id="214748380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54xL0JqFia8&amp;list=PLI2s1d64OQgGThOqI_YnfuCXU-LTbFyJn&amp;index=10" TargetMode="External"/><Relationship Id="rId3" Type="http://schemas.openxmlformats.org/officeDocument/2006/relationships/hyperlink" Target="https://www.spglobal.com/spdji/en/indices/commodities/sp-gsci-lithium-index/#overview" TargetMode="External"/><Relationship Id="rId7" Type="http://schemas.openxmlformats.org/officeDocument/2006/relationships/hyperlink" Target="https://insideevs.com/news/720398/study-battery-replacement-rates-evs/#:~:text=Recurrent%20Auto%20has%20looked%20at,EVs%20had%20their%20batteries%20replaced" TargetMode="External"/><Relationship Id="rId2" Type="http://schemas.openxmlformats.org/officeDocument/2006/relationships/hyperlink" Target="https://www.cnn.com/2025/07/18/business/ev-battery-raw-material-tarif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fdc.energy.gov/data/10962" TargetMode="External"/><Relationship Id="rId5" Type="http://schemas.openxmlformats.org/officeDocument/2006/relationships/hyperlink" Target="https://www.goldmansachs.com/insights/articles/electric-vehicle-battery-prices-are-expected-to-fall-almost-50-percent-by-2025" TargetMode="External"/><Relationship Id="rId4" Type="http://schemas.openxmlformats.org/officeDocument/2006/relationships/hyperlink" Target="https://www.kbb.com/car-news/report-19-of-new-cars-are-hybrid-or-electri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9" name="Rectangle 105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03F7E-1ECA-AF21-93EA-3D191AE3A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9770" y="5852162"/>
            <a:ext cx="5965190" cy="746854"/>
          </a:xfrm>
        </p:spPr>
        <p:txBody>
          <a:bodyPr>
            <a:normAutofit/>
          </a:bodyPr>
          <a:lstStyle/>
          <a:p>
            <a:r>
              <a:rPr lang="en-US" sz="4000"/>
              <a:t>VoltDrive Motors Inc.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7AB33-7904-1CCA-4A6C-72E1DD1F6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5583" y="5850988"/>
            <a:ext cx="2153787" cy="746854"/>
          </a:xfrm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1100"/>
              <a:t>Afolabi Isiaka – Aspiring Associate FP&amp;A</a:t>
            </a:r>
          </a:p>
          <a:p>
            <a:pPr algn="r">
              <a:lnSpc>
                <a:spcPct val="100000"/>
              </a:lnSpc>
            </a:pPr>
            <a:r>
              <a:rPr lang="en-US" sz="1100"/>
              <a:t>7/24/2025</a:t>
            </a:r>
          </a:p>
          <a:p>
            <a:pPr algn="r">
              <a:lnSpc>
                <a:spcPct val="100000"/>
              </a:lnSpc>
            </a:pPr>
            <a:endParaRPr lang="en-US" sz="1100"/>
          </a:p>
        </p:txBody>
      </p:sp>
      <p:pic>
        <p:nvPicPr>
          <p:cNvPr id="1026" name="Picture 2" descr="ALARM.COM Logo PNG Vector">
            <a:extLst>
              <a:ext uri="{FF2B5EF4-FFF2-40B4-BE49-F238E27FC236}">
                <a16:creationId xmlns:a16="http://schemas.microsoft.com/office/drawing/2014/main" id="{7E50E9AE-9DF1-6F88-1E39-BAF8B4043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35" r="6" b="21682"/>
          <a:stretch>
            <a:fillRect/>
          </a:stretch>
        </p:blipFill>
        <p:spPr bwMode="auto">
          <a:xfrm>
            <a:off x="1969770" y="817564"/>
            <a:ext cx="8252460" cy="478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98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20C7F-6EB7-C5EC-C6B7-4F71FE465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 sz="3300" dirty="0">
                <a:solidFill>
                  <a:schemeClr val="bg1"/>
                </a:solidFill>
                <a:latin typeface="Nunito" pitchFamily="2" charset="0"/>
              </a:rPr>
              <a:t>Business Segmentation</a:t>
            </a:r>
            <a:br>
              <a:rPr lang="en-US" sz="3300" dirty="0">
                <a:solidFill>
                  <a:schemeClr val="bg1"/>
                </a:solidFill>
                <a:latin typeface="Nunito" pitchFamily="2" charset="0"/>
              </a:rPr>
            </a:br>
            <a:endParaRPr lang="en-US" sz="3300" dirty="0">
              <a:solidFill>
                <a:schemeClr val="bg1"/>
              </a:solidFill>
              <a:latin typeface="Nunito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97971771-4937-B216-C7C3-AA1143543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805870"/>
              </p:ext>
            </p:extLst>
          </p:nvPr>
        </p:nvGraphicFramePr>
        <p:xfrm>
          <a:off x="5715000" y="723901"/>
          <a:ext cx="5676900" cy="2774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491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3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AADDE-CE71-ED6B-816E-D55958C1E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Nunito" pitchFamily="2" charset="0"/>
              </a:rPr>
              <a:t>Logistics &amp; Operations Strategy</a:t>
            </a:r>
            <a:endParaRPr lang="en-US" dirty="0">
              <a:solidFill>
                <a:schemeClr val="bg1"/>
              </a:solidFill>
              <a:latin typeface="Nunito" pitchFamily="2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9C5E6BA-89BA-F66E-6108-A1D8EE8390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8687579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159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5305A-7A8E-6405-F0FC-432602D94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795131"/>
            <a:ext cx="10288615" cy="42937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Nunito" pitchFamily="2" charset="0"/>
              </a:rPr>
              <a:t>Vehicle Registration by State (2023)</a:t>
            </a:r>
            <a:br>
              <a:rPr lang="en-US" sz="2800" dirty="0">
                <a:latin typeface="Nunito" pitchFamily="2" charset="0"/>
              </a:rPr>
            </a:br>
            <a:endParaRPr lang="en-US" sz="2800" dirty="0">
              <a:latin typeface="Nunito" pitchFamily="2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0A8BE40-2602-CAD0-1D01-023C92C9BB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510236"/>
              </p:ext>
            </p:extLst>
          </p:nvPr>
        </p:nvGraphicFramePr>
        <p:xfrm>
          <a:off x="700088" y="1566407"/>
          <a:ext cx="10691812" cy="45799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06144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49F08D-6AE1-05DD-A827-D8E369FDC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What is Going on in the Market?</a:t>
            </a:r>
            <a:br>
              <a:rPr lang="en-US" sz="2500"/>
            </a:br>
            <a:endParaRPr lang="en-US" sz="2500" dirty="0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BFDF0F21-1BD9-F4C2-D6AC-771C6E322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2"/>
          <a:stretch>
            <a:fillRect/>
          </a:stretch>
        </p:blipFill>
        <p:spPr>
          <a:xfrm>
            <a:off x="800100" y="1849121"/>
            <a:ext cx="6072188" cy="4159942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E408A77A-AC76-BAA1-A414-3A8309E83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b">
            <a:normAutofit/>
          </a:bodyPr>
          <a:lstStyle/>
          <a:p>
            <a:r>
              <a:rPr lang="en-US" dirty="0">
                <a:latin typeface="Nunito" pitchFamily="2" charset="0"/>
              </a:rPr>
              <a:t>U.S. EV Batteries prices are expected to fall by 50% in 2026 (Goldman Sachs)</a:t>
            </a:r>
          </a:p>
          <a:p>
            <a:r>
              <a:rPr lang="en-US" dirty="0">
                <a:latin typeface="Nunito" pitchFamily="2" charset="0"/>
              </a:rPr>
              <a:t>Technological Innovation &amp; Downturn in battery metal prices</a:t>
            </a:r>
          </a:p>
          <a:p>
            <a:r>
              <a:rPr lang="en-US" dirty="0">
                <a:latin typeface="Nunito" pitchFamily="2" charset="0"/>
              </a:rPr>
              <a:t>Tariffs on China 30%</a:t>
            </a:r>
          </a:p>
          <a:p>
            <a:r>
              <a:rPr lang="en-US" dirty="0">
                <a:latin typeface="Nunito" pitchFamily="2" charset="0"/>
              </a:rPr>
              <a:t>Street Case: EV Market is Bearish</a:t>
            </a:r>
          </a:p>
          <a:p>
            <a:endParaRPr lang="en-US" dirty="0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448E1-AA78-1D8A-C3E9-40E8083A6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041648" cy="192874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Nunito" pitchFamily="2" charset="0"/>
              </a:rPr>
              <a:t>Customer Segmentation</a:t>
            </a:r>
            <a:br>
              <a:rPr lang="en-US" dirty="0">
                <a:latin typeface="Nunito" pitchFamily="2" charset="0"/>
              </a:rPr>
            </a:br>
            <a:endParaRPr lang="en-US" dirty="0">
              <a:latin typeface="Nunito" pitchFamily="2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6DABCDA5-600B-FCB4-E084-46A93F734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968377"/>
            <a:ext cx="6144768" cy="5010912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 dirty="0">
                <a:latin typeface="Nunito" pitchFamily="2" charset="0"/>
              </a:rPr>
              <a:t>EV owners face uncertainty around battery longevity, resale value, and tech obsolescence.</a:t>
            </a:r>
            <a:endParaRPr lang="en-US" dirty="0">
              <a:latin typeface="Nunito" pitchFamily="2" charset="0"/>
            </a:endParaRPr>
          </a:p>
          <a:p>
            <a:r>
              <a:rPr lang="en-US" b="1" dirty="0">
                <a:latin typeface="Nunito" pitchFamily="2" charset="0"/>
              </a:rPr>
              <a:t>Battery degradation averages 2.3%/year</a:t>
            </a:r>
          </a:p>
          <a:p>
            <a:r>
              <a:rPr lang="en-US" dirty="0">
                <a:latin typeface="Nunito" pitchFamily="2" charset="0"/>
              </a:rPr>
              <a:t>Degradation is slower in newer EVs</a:t>
            </a:r>
          </a:p>
          <a:p>
            <a:r>
              <a:rPr lang="en-US" dirty="0">
                <a:latin typeface="Nunito" pitchFamily="2" charset="0"/>
              </a:rPr>
              <a:t>Customers are </a:t>
            </a:r>
            <a:r>
              <a:rPr lang="en-US" b="1" dirty="0">
                <a:latin typeface="Nunito" pitchFamily="2" charset="0"/>
              </a:rPr>
              <a:t>tech-savvy, range-conscious</a:t>
            </a:r>
            <a:r>
              <a:rPr lang="en-US" dirty="0">
                <a:latin typeface="Nunito" pitchFamily="2" charset="0"/>
              </a:rPr>
              <a:t>, and willing to pay for future-proofing.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27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C5BA4-82D0-B00D-EE74-840559965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Market Competition</a:t>
            </a:r>
            <a:br>
              <a:rPr lang="en-US" sz="3400" dirty="0"/>
            </a:br>
            <a:endParaRPr lang="en-US" sz="3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B40CB8B9-FD7D-F910-CE78-5DD1402D25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7579798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695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9" name="Rectangle 228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A86EC-2E4E-AC65-BF71-EBA9AAF3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9637"/>
            <a:ext cx="7581172" cy="990725"/>
          </a:xfrm>
        </p:spPr>
        <p:txBody>
          <a:bodyPr>
            <a:normAutofit/>
          </a:bodyPr>
          <a:lstStyle/>
          <a:p>
            <a:r>
              <a:rPr lang="en-US" dirty="0"/>
              <a:t>Implied Valuation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986D0DB0-CC82-4868-9E40-44D1164BD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C039F388-9A2D-0FAE-22E1-06A87761BB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3896977"/>
              </p:ext>
            </p:extLst>
          </p:nvPr>
        </p:nvGraphicFramePr>
        <p:xfrm>
          <a:off x="704850" y="1624013"/>
          <a:ext cx="5823769" cy="360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E9879F10-54E5-4F60-A54F-91F348A6C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9CF9394-229D-CA81-35E3-AFB5BC9D4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903196"/>
              </p:ext>
            </p:extLst>
          </p:nvPr>
        </p:nvGraphicFramePr>
        <p:xfrm>
          <a:off x="6528619" y="1900362"/>
          <a:ext cx="4993669" cy="308035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39242">
                  <a:extLst>
                    <a:ext uri="{9D8B030D-6E8A-4147-A177-3AD203B41FA5}">
                      <a16:colId xmlns:a16="http://schemas.microsoft.com/office/drawing/2014/main" val="994578478"/>
                    </a:ext>
                  </a:extLst>
                </a:gridCol>
                <a:gridCol w="1284809">
                  <a:extLst>
                    <a:ext uri="{9D8B030D-6E8A-4147-A177-3AD203B41FA5}">
                      <a16:colId xmlns:a16="http://schemas.microsoft.com/office/drawing/2014/main" val="1491980513"/>
                    </a:ext>
                  </a:extLst>
                </a:gridCol>
                <a:gridCol w="1284809">
                  <a:extLst>
                    <a:ext uri="{9D8B030D-6E8A-4147-A177-3AD203B41FA5}">
                      <a16:colId xmlns:a16="http://schemas.microsoft.com/office/drawing/2014/main" val="1783535107"/>
                    </a:ext>
                  </a:extLst>
                </a:gridCol>
                <a:gridCol w="1284809">
                  <a:extLst>
                    <a:ext uri="{9D8B030D-6E8A-4147-A177-3AD203B41FA5}">
                      <a16:colId xmlns:a16="http://schemas.microsoft.com/office/drawing/2014/main" val="1032832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Forecast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</a:t>
                      </a:r>
                    </a:p>
                    <a:p>
                      <a:r>
                        <a:rPr lang="en-US" dirty="0"/>
                        <a:t>Bound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Upper Bound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202904"/>
                  </a:ext>
                </a:extLst>
              </a:tr>
              <a:tr h="520035"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Q1 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2.9x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0.7x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5.1x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83119"/>
                  </a:ext>
                </a:extLst>
              </a:tr>
              <a:tr h="508911"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Q2 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Nunito" pitchFamily="2" charset="0"/>
                        </a:rPr>
                        <a:t>2.9x</a:t>
                      </a:r>
                    </a:p>
                    <a:p>
                      <a:endParaRPr lang="en-US" dirty="0">
                        <a:latin typeface="Nunito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-0.2x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6.0x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687996"/>
                  </a:ext>
                </a:extLst>
              </a:tr>
              <a:tr h="157191"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Q3 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Nunito" pitchFamily="2" charset="0"/>
                        </a:rPr>
                        <a:t>2.9x</a:t>
                      </a:r>
                    </a:p>
                    <a:p>
                      <a:endParaRPr lang="en-US" dirty="0">
                        <a:latin typeface="Nunito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-0.9x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6.7x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585496"/>
                  </a:ext>
                </a:extLst>
              </a:tr>
              <a:tr h="2534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Nunito" pitchFamily="2" charset="0"/>
                        </a:rPr>
                        <a:t>Q4 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Nunito" pitchFamily="2" charset="0"/>
                        </a:rPr>
                        <a:t>2.9x</a:t>
                      </a:r>
                    </a:p>
                    <a:p>
                      <a:endParaRPr lang="en-US" dirty="0">
                        <a:latin typeface="Nunito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-1.5x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7.3x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56252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72730A0-DC7E-2E1A-BD56-55C9509E9025}"/>
              </a:ext>
            </a:extLst>
          </p:cNvPr>
          <p:cNvSpPr txBox="1"/>
          <p:nvPr/>
        </p:nvSpPr>
        <p:spPr>
          <a:xfrm>
            <a:off x="6528619" y="4849912"/>
            <a:ext cx="45160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chemeClr val="bg1">
                    <a:lumMod val="50000"/>
                  </a:schemeClr>
                </a:solidFill>
                <a:latin typeface="Nunito" pitchFamily="2" charset="0"/>
              </a:rPr>
              <a:t>Calculated with an 85% Confidence Interval</a:t>
            </a:r>
          </a:p>
        </p:txBody>
      </p:sp>
    </p:spTree>
    <p:extLst>
      <p:ext uri="{BB962C8B-B14F-4D97-AF65-F5344CB8AC3E}">
        <p14:creationId xmlns:p14="http://schemas.microsoft.com/office/powerpoint/2010/main" val="295935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462C3-7F63-EF74-20A8-C8D6A7BA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503506" cy="525602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Nunito" pitchFamily="2" charset="0"/>
              </a:rPr>
              <a:t>assumptions For this business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9483207C-5777-4387-4CC3-94A81E356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5 % Incremental growth per annum in EV Market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Penetration of about 1% </a:t>
            </a:r>
          </a:p>
          <a:p>
            <a:pPr>
              <a:lnSpc>
                <a:spcPct val="100000"/>
              </a:lnSpc>
            </a:pPr>
            <a:r>
              <a:rPr lang="en-US">
                <a:latin typeface="Nunito" pitchFamily="2" charset="0"/>
              </a:rPr>
              <a:t>Assumed User </a:t>
            </a:r>
            <a:r>
              <a:rPr lang="en-US" dirty="0">
                <a:latin typeface="Nunito" pitchFamily="2" charset="0"/>
              </a:rPr>
              <a:t>retention drops 10% every year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3% of New Customers Subscribe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Pricing Model 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Plan A: </a:t>
            </a:r>
          </a:p>
          <a:p>
            <a:pPr lvl="3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Price $267</a:t>
            </a:r>
          </a:p>
          <a:p>
            <a:pPr lvl="3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60% Customer Base 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Plan B</a:t>
            </a:r>
          </a:p>
          <a:p>
            <a:pPr lvl="3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Price $315 </a:t>
            </a:r>
          </a:p>
          <a:p>
            <a:pPr lvl="3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23% Customer Base 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Plan C</a:t>
            </a:r>
          </a:p>
          <a:p>
            <a:pPr lvl="3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 Price $400 </a:t>
            </a:r>
          </a:p>
          <a:p>
            <a:pPr lvl="3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17% Customer Base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Estimate Cost of Items i.e. Vans, Equipment, Insurance, Software etc. 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41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F2B01-4061-9264-3F13-6551B9F95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>
                <a:latin typeface="Nunito" pitchFamily="2" charset="0"/>
              </a:rPr>
              <a:t>Risk &amp; </a:t>
            </a:r>
            <a:r>
              <a:rPr lang="en-US" dirty="0" err="1">
                <a:latin typeface="Nunito" pitchFamily="2" charset="0"/>
              </a:rPr>
              <a:t>Opportunties</a:t>
            </a:r>
            <a:endParaRPr lang="en-US" dirty="0">
              <a:latin typeface="Nunito" pitchFamily="2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E41FAF-907E-CED7-4A21-009A0C46F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2761385"/>
              </p:ext>
            </p:extLst>
          </p:nvPr>
        </p:nvGraphicFramePr>
        <p:xfrm>
          <a:off x="700088" y="2305643"/>
          <a:ext cx="10691813" cy="3573869"/>
        </p:xfrm>
        <a:graphic>
          <a:graphicData uri="http://schemas.openxmlformats.org/drawingml/2006/table">
            <a:tbl>
              <a:tblPr firstRow="1" bandRow="1">
                <a:noFill/>
                <a:tableStyleId>{9D7B26C5-4107-4FEC-AEDC-1716B250A1EF}</a:tableStyleId>
              </a:tblPr>
              <a:tblGrid>
                <a:gridCol w="4930397">
                  <a:extLst>
                    <a:ext uri="{9D8B030D-6E8A-4147-A177-3AD203B41FA5}">
                      <a16:colId xmlns:a16="http://schemas.microsoft.com/office/drawing/2014/main" val="3959771335"/>
                    </a:ext>
                  </a:extLst>
                </a:gridCol>
                <a:gridCol w="5761416">
                  <a:extLst>
                    <a:ext uri="{9D8B030D-6E8A-4147-A177-3AD203B41FA5}">
                      <a16:colId xmlns:a16="http://schemas.microsoft.com/office/drawing/2014/main" val="3465380263"/>
                    </a:ext>
                  </a:extLst>
                </a:gridCol>
              </a:tblGrid>
              <a:tr h="747054">
                <a:tc>
                  <a:txBody>
                    <a:bodyPr/>
                    <a:lstStyle/>
                    <a:p>
                      <a:r>
                        <a:rPr lang="en-US" sz="2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Risk 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Opportunities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547485"/>
                  </a:ext>
                </a:extLst>
              </a:tr>
              <a:tr h="931511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Competitors Offer -- Warranty Service 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Heated Weather in zip codes like TX or CA</a:t>
                      </a:r>
                      <a:endParaRPr lang="en-US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unito" pitchFamily="2" charset="0"/>
                      </a:endParaRPr>
                    </a:p>
                    <a:p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831948"/>
                  </a:ext>
                </a:extLst>
              </a:tr>
              <a:tr h="631768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Battery Supply Chain Volatility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Cross-Selling Solar Installations &amp; Inverters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375904"/>
                  </a:ext>
                </a:extLst>
              </a:tr>
              <a:tr h="631768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Technician Availability Bottleneck 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Targeting fleet managers B2</a:t>
                      </a:r>
                      <a:r>
                        <a:rPr lang="en-US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B </a:t>
                      </a:r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621422"/>
                  </a:ext>
                </a:extLst>
              </a:tr>
              <a:tr h="631768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Technological Obsolescence Risk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Predictive Maintenance with User Data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658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32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32D3-72B5-2082-5A66-37E45A84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0F6B5-6110-2EDE-45C9-F5946C00C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hlinkClick r:id="rId2"/>
              </a:rPr>
              <a:t>https://www.cnn.com/2025/07/18/business/ev-battery-raw-material-tariff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https://www.spglobal.com/spdji/en/indices/commodities/sp-gsci-lithium-index/#overview</a:t>
            </a:r>
            <a:r>
              <a:rPr lang="en-US" dirty="0"/>
              <a:t> </a:t>
            </a:r>
          </a:p>
          <a:p>
            <a:r>
              <a:rPr lang="en-US" dirty="0">
                <a:hlinkClick r:id="rId4"/>
              </a:rPr>
              <a:t>https://www.kbb.com/car-news/report-19-of-new-cars-are-hybrid-or-electric/</a:t>
            </a:r>
            <a:r>
              <a:rPr lang="en-US" dirty="0"/>
              <a:t> </a:t>
            </a:r>
          </a:p>
          <a:p>
            <a:r>
              <a:rPr lang="en-US" dirty="0">
                <a:hlinkClick r:id="rId5"/>
              </a:rPr>
              <a:t>https://www.goldmansachs.com/insights/articles/electric-vehicle-battery-prices-are-expected-to-fall-almost-50-percent-by-2025</a:t>
            </a:r>
            <a:endParaRPr lang="en-US" dirty="0"/>
          </a:p>
          <a:p>
            <a:r>
              <a:rPr lang="en-US" dirty="0">
                <a:hlinkClick r:id="rId6"/>
              </a:rPr>
              <a:t>https://afdc.energy.gov/data/10962</a:t>
            </a:r>
            <a:endParaRPr lang="en-US" dirty="0"/>
          </a:p>
          <a:p>
            <a:r>
              <a:rPr lang="en-US" dirty="0">
                <a:hlinkClick r:id="rId7"/>
              </a:rPr>
              <a:t>https://insideevs.com/news/720398/study-battery-replacement-rates-evs/#:~:text=Recurrent%20Auto%20has%20looked%20at,EVs%20had%20their%20batteries%20replaced</a:t>
            </a:r>
            <a:endParaRPr lang="en-US" dirty="0"/>
          </a:p>
          <a:p>
            <a:r>
              <a:rPr lang="en-US" dirty="0">
                <a:hlinkClick r:id="rId8"/>
              </a:rPr>
              <a:t>https://www.youtube.com/watch?v=54xL0JqFia8&amp;list=PLI2s1d64OQgGThOqI_YnfuCXU-LTbFyJn&amp;index=10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49187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1832</TotalTime>
  <Words>543</Words>
  <Application>Microsoft Office PowerPoint</Application>
  <PresentationFormat>Widescreen</PresentationFormat>
  <Paragraphs>103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Calisto MT</vt:lpstr>
      <vt:lpstr>Nunito</vt:lpstr>
      <vt:lpstr>Univers Condensed</vt:lpstr>
      <vt:lpstr>ChronicleVTI</vt:lpstr>
      <vt:lpstr>VoltDrive Motors Inc.</vt:lpstr>
      <vt:lpstr>Business Segmentation </vt:lpstr>
      <vt:lpstr>Logistics &amp; Operations Strategy</vt:lpstr>
      <vt:lpstr>Vehicle Registration by State (2023) </vt:lpstr>
      <vt:lpstr>What is Going on in the Market? </vt:lpstr>
      <vt:lpstr>Customer Segmentation </vt:lpstr>
      <vt:lpstr>Market Competition </vt:lpstr>
      <vt:lpstr>Implied Valuation</vt:lpstr>
      <vt:lpstr>assumptions For this business</vt:lpstr>
      <vt:lpstr>Risk &amp; Opportunties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Afolabi Isiaka</dc:creator>
  <cp:lastModifiedBy>Afolabi Isiaka</cp:lastModifiedBy>
  <cp:revision>1</cp:revision>
  <cp:lastPrinted>2025-07-23T01:32:50Z</cp:lastPrinted>
  <dcterms:created xsi:type="dcterms:W3CDTF">2025-07-21T20:01:20Z</dcterms:created>
  <dcterms:modified xsi:type="dcterms:W3CDTF">2025-07-23T02:33:26Z</dcterms:modified>
</cp:coreProperties>
</file>